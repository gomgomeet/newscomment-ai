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aad693c2b94299" /><Relationship Type="http://schemas.openxmlformats.org/officeDocument/2006/relationships/extended-properties" Target="/docProps/app.xml" Id="R540d399764f841fb" /><Relationship Type="http://schemas.openxmlformats.org/officeDocument/2006/relationships/officeDocument" Target="/ppt/presentation.xml" Id="Rf7f09bca9df44b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e310cc34e840ea"/>
  </p:sldMasterIdLst>
  <p:notesMasterIdLst>
    <p:notesMasterId xmlns:r="http://schemas.openxmlformats.org/officeDocument/2006/relationships" r:id="R5dacc0ecdf5f445e"/>
  </p:notesMasterIdLst>
  <p:sldIdLst>
    <p:sldId xmlns:r="http://schemas.openxmlformats.org/officeDocument/2006/relationships" id="256" r:id="R1515ce5a452446a4"/>
    <p:sldId xmlns:r="http://schemas.openxmlformats.org/officeDocument/2006/relationships" id="257" r:id="R07cacc78e5974f96"/>
    <p:sldId xmlns:r="http://schemas.openxmlformats.org/officeDocument/2006/relationships" id="258" r:id="Raa27b2abbc854311"/>
    <p:sldId xmlns:r="http://schemas.openxmlformats.org/officeDocument/2006/relationships" id="259" r:id="Re9ac4e321dfb4215"/>
    <p:sldId xmlns:r="http://schemas.openxmlformats.org/officeDocument/2006/relationships" id="260" r:id="R204dee6b71ad4582"/>
    <p:sldId xmlns:r="http://schemas.openxmlformats.org/officeDocument/2006/relationships" id="261" r:id="R22863fe104da4016"/>
    <p:sldId xmlns:r="http://schemas.openxmlformats.org/officeDocument/2006/relationships" id="262" r:id="R08faabf25b044805"/>
    <p:sldId xmlns:r="http://schemas.openxmlformats.org/officeDocument/2006/relationships" id="263" r:id="R3c286de16c314dc4"/>
    <p:sldId xmlns:r="http://schemas.openxmlformats.org/officeDocument/2006/relationships" id="264" r:id="R7e9c5a2b55fb40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6cdd63af64a7c" /><Relationship Type="http://schemas.openxmlformats.org/officeDocument/2006/relationships/slideMaster" Target="/ppt/slideMasters/slideMaster1.xml" Id="R40e310cc34e840ea" /><Relationship Type="http://schemas.openxmlformats.org/officeDocument/2006/relationships/notesMaster" Target="/ppt/notesMasters/notesMaster1.xml" Id="R5dacc0ecdf5f445e" /><Relationship Type="http://schemas.openxmlformats.org/officeDocument/2006/relationships/presProps" Target="/ppt/presProps.xml" Id="R71d34e60f6654c56" /><Relationship Type="http://schemas.openxmlformats.org/officeDocument/2006/relationships/tableStyles" Target="/ppt/tableStyles.xml" Id="Rb7472beb622648dd" /><Relationship Type="http://schemas.openxmlformats.org/officeDocument/2006/relationships/slide" Target="/ppt/slides/slide1.xml" Id="R1515ce5a452446a4" /><Relationship Type="http://schemas.openxmlformats.org/officeDocument/2006/relationships/slide" Target="/ppt/slides/slide2.xml" Id="R07cacc78e5974f96" /><Relationship Type="http://schemas.openxmlformats.org/officeDocument/2006/relationships/slide" Target="/ppt/slides/slide3.xml" Id="Raa27b2abbc854311" /><Relationship Type="http://schemas.openxmlformats.org/officeDocument/2006/relationships/slide" Target="/ppt/slides/slide4.xml" Id="Re9ac4e321dfb4215" /><Relationship Type="http://schemas.openxmlformats.org/officeDocument/2006/relationships/slide" Target="/ppt/slides/slide5.xml" Id="R204dee6b71ad4582" /><Relationship Type="http://schemas.openxmlformats.org/officeDocument/2006/relationships/slide" Target="/ppt/slides/slide6.xml" Id="R22863fe104da4016" /><Relationship Type="http://schemas.openxmlformats.org/officeDocument/2006/relationships/slide" Target="/ppt/slides/slide7.xml" Id="R08faabf25b044805" /><Relationship Type="http://schemas.openxmlformats.org/officeDocument/2006/relationships/slide" Target="/ppt/slides/slide8.xml" Id="R3c286de16c314dc4" /><Relationship Type="http://schemas.openxmlformats.org/officeDocument/2006/relationships/slide" Target="/ppt/slides/slide9.xml" Id="R7e9c5a2b55fb40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547b1133e47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0ca4b2bfe43b0" /><Relationship Type="http://schemas.openxmlformats.org/officeDocument/2006/relationships/notesMaster" Target="/ppt/notesMasters/notesMaster1.xml" Id="R80d1721df73e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dff757b314926" /><Relationship Type="http://schemas.openxmlformats.org/officeDocument/2006/relationships/notesMaster" Target="/ppt/notesMasters/notesMaster1.xml" Id="Reec7e2836a36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78b1b77214b18" /><Relationship Type="http://schemas.openxmlformats.org/officeDocument/2006/relationships/notesMaster" Target="/ppt/notesMasters/notesMaster1.xml" Id="R74ec57b28f2f44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20daec7e764da0" /><Relationship Type="http://schemas.openxmlformats.org/officeDocument/2006/relationships/notesMaster" Target="/ppt/notesMasters/notesMaster1.xml" Id="Rfce059d334bf40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7d127730c4460" /><Relationship Type="http://schemas.openxmlformats.org/officeDocument/2006/relationships/notesMaster" Target="/ppt/notesMasters/notesMaster1.xml" Id="Rd6298e4eb2d146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de9772c94467d" /><Relationship Type="http://schemas.openxmlformats.org/officeDocument/2006/relationships/notesMaster" Target="/ppt/notesMasters/notesMaster1.xml" Id="R41e4b19bed9d49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03a4466144dbe" /><Relationship Type="http://schemas.openxmlformats.org/officeDocument/2006/relationships/notesMaster" Target="/ppt/notesMasters/notesMaster1.xml" Id="R5cc0808156d343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928b2ed9b04de6" /><Relationship Type="http://schemas.openxmlformats.org/officeDocument/2006/relationships/notesMaster" Target="/ppt/notesMasters/notesMaster1.xml" Id="R6855db5a329e4c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74b7d1f2b4b72" /><Relationship Type="http://schemas.openxmlformats.org/officeDocument/2006/relationships/notesMaster" Target="/ppt/notesMasters/notesMaster1.xml" Id="R36b49e36dcd2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Notion: 2차시 | 결과물 평가와 챗봇 수업 준비, https://app.notion.com/p/ff696e16edb34889a3ef5d2974d0c233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질문하기 수업을 위한 챗봇 제작 및 평가 활용 수업안, https://app.notion.com/p/3c5c5f01a4a48158b79df2188dbb0c91</a:t>
            </a:r>
          </a:p>
          <a:p xmlns:a="http://schemas.openxmlformats.org/drawingml/2006/main">
            <a:r>
              <a:t>- Notion: 1차시 | 질문하기 수업 안내와 학생 경험, https://app.notion.com/p/ccd6e5dbc9384c74b41036ddf6bce607</a:t>
            </a:r>
          </a:p>
          <a:p xmlns:a="http://schemas.openxmlformats.org/drawingml/2006/main">
            <a:r>
              <a:t>- Notion: PRD - 읽기 지문 질문 도우미 챗봇 사양서, https://app.notion.com/p/397c5f01a4a481c58301d6b364d4b9cf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Notion: 3차시 | 평가 연결과 챗봇 제작 스킬 안내, https://app.notion.com/p/c0c7142fe480410196184dbb739fd271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a4d43e7cd49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28e58bf614755" /><Relationship Type="http://schemas.openxmlformats.org/officeDocument/2006/relationships/slideLayout" Target="/ppt/slideLayouts/slideLayout1.xml" Id="R2bf6ff3fb3d549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6ff3fb3d549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e3ac6bd6841b8" /><Relationship Type="http://schemas.openxmlformats.org/officeDocument/2006/relationships/notesSlide" Target="/ppt/notesSlides/notesSlide1.xml" Id="R70f56e4555cd49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feb27969a4068" /><Relationship Type="http://schemas.openxmlformats.org/officeDocument/2006/relationships/notesSlide" Target="/ppt/notesSlides/notesSlide2.xml" Id="R7b535ee0d5f84c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fa3d3f950414b" /><Relationship Type="http://schemas.openxmlformats.org/officeDocument/2006/relationships/notesSlide" Target="/ppt/notesSlides/notesSlide3.xml" Id="Rbe28ff4e8732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92a47fbe94472" /><Relationship Type="http://schemas.openxmlformats.org/officeDocument/2006/relationships/notesSlide" Target="/ppt/notesSlides/notesSlide4.xml" Id="R106148cbe0634c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2aca981b24ac2" /><Relationship Type="http://schemas.openxmlformats.org/officeDocument/2006/relationships/notesSlide" Target="/ppt/notesSlides/notesSlide5.xml" Id="Re521aef3bbf644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9b315475349cb" /><Relationship Type="http://schemas.openxmlformats.org/officeDocument/2006/relationships/notesSlide" Target="/ppt/notesSlides/notesSlide6.xml" Id="R3965f6a3545a4d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778621e144a41" /><Relationship Type="http://schemas.openxmlformats.org/officeDocument/2006/relationships/notesSlide" Target="/ppt/notesSlides/notesSlide7.xml" Id="R696145efe74847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4f69e24a74281" /><Relationship Type="http://schemas.openxmlformats.org/officeDocument/2006/relationships/notesSlide" Target="/ppt/notesSlides/notesSlide8.xml" Id="Re62126e3df3046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b0da2f62944dd" /><Relationship Type="http://schemas.openxmlformats.org/officeDocument/2006/relationships/notesSlide" Target="/ppt/notesSlides/notesSlide9.xml" Id="R457f9de60fd34b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A7BE0-09E1-4B65-A0CF-BFFCFA0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질문하기 수업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296D7-E1B8-4724-933E-6D3021F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857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챗봇에게 묻기 전,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 질문을 먼저 준비해요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0D252-15E5-483F-A735-6731D24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AI는 정답을 대신 써 주는 도구가 아니라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 질문을 더 분명하게 만드는 대화 상대예요.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33AA2-C157-4DA4-9766-D8A062A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47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C3962-93F1-429C-BC6C-0505A0B3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859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오늘의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B2615-F1BB-446C-8324-7A58C7D6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962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자료를 읽고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궁금한 점을 모아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질문하기로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생각을 넓힙니다.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77EE3-F864-4102-A946-BC2475CF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20389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14943-8B37-43FD-A599-0229008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오늘 수업은 질문을 키우는 시간이에요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BD1CD-79AE-4421-9CB0-2894580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D9DB2-5625-4584-A371-6B56C7A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E870B-C2B3-4988-BC94-B39C0AC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자료를 읽고 보이는 것을 찾기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D2383-2F71-4104-A114-2E034C11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C8A50-288D-4C4F-8E6F-B6E23583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66F8C-2C5C-4EE3-BCFD-414C07F2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479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궁금한 점을 여러 개 모으기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A1543-D721-4FF6-B88A-0486825A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E5D1B-5A3F-4512-A60C-41BC68B7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FFF67-2310-457C-B8DB-5A40121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사실, 추론, 적용, 성찰 질문으로 나누기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39155-1C63-40C7-B75B-040BB6F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F91DB-9681-4FD3-9ADC-3E780808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C67B3-1F89-4BF7-AFE1-51CE9BA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433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챗봇에 물어볼 질문 하나 고르기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69D79-BDC5-4A23-9963-38E761A1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82EA5-060A-4E1F-B6AD-1688EEDB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FE3FD-1FCE-4D09-9850-D9756446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910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AI 답을 자료에서 다시 확인하기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0E83B-EDC3-40E1-822B-1F81542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FAC24-C485-4753-8E72-CD391F0F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98F4C-D9AB-4471-BBD4-5E91FEF4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처음 질문에서 다시 질문하기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5120C-48E8-4B8F-98E0-FA2B36A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74821-327C-4A09-A935-CDA747D6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4508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B5328-E6EA-4B57-B3F6-5FD9AED0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질문에는 네 가지 길이 있어요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B0382-13D2-4495-9D76-51B51A99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사실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97739-2FA4-486E-B4EF-DC3E500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누가, 언제, 어디서, 무엇을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자료에서 바로 확인해요.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11E6C-26C6-48D8-9689-EC655060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추론 질문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99121-9053-4961-A5AB-127E6535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왜, 어떻게, 무엇 때문에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단서를 보고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0AD53-B4DE-43E0-8E2C-9B09FF1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적용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E211D-8B66-4313-BF53-EDA1957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나라면, 우리 반이라면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다른 상황에 옮겨 봐요.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3DCD2-33E3-4E8C-ACE5-E18B13A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성찰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1ED35-6C91-4A49-BD69-5FF168D1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 질문은 어떻게 좋아질까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 생각 변화를 돌아봐요.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EA342-1D5A-4FEE-9A58-42F7FC21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998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C8701-0E8E-4DE5-8759-5231E356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질문은 자료에서 시작해요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EB18D-908E-4ED5-853E-78ADBED0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05F1A-36EE-4D51-A70B-6EC020E6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보이는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3FCFC-4174-4310-AA4B-D4FB03B8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눈으로 확인한 사실,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문장, 수치, 장면을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그대로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EA13F-51E5-496B-91AD-37A03DD7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C1E9F-0DEA-44BA-9C24-6282A28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생각한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24635-B8FD-4D06-99BD-2DA8041C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자료를 보고 떠오른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 생각이나 느낌을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한 문장으로 써요.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9E16C-7799-46C3-87F3-B1991A02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C4B63-4F91-4D48-A469-30EFA796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궁금한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35E87-A976-42A7-9719-5C0653A3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좋고 나쁨을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판단하지 말고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많이 모아 봐요.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D82AD-A2CC-46C1-98A7-0F1490D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먼저 적고, 다시 질문하며 깊게 만듭니다.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FE1C-5A92-4857-9AB3-ABFA6BE3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87688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83A8D-7503-4816-AF6D-5DA2458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챗봇을 열기 전에 세 가지를 약속해요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167F-6A3A-4014-B73B-542333F5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F9A08-8215-4D66-8030-F86965F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38300-6D99-4365-8542-06CBBAD3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05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개인정보는 쓰지 않아요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D489C-B0E6-426E-84E4-A77FE810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050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이름, 전화번호, 얼굴 사진, 주소는 입력하지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89A24-6ED4-445D-A9F2-12C70F2E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A60FB-B762-4534-904B-76D2B0C5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1D34D-E518-4E5A-BAB8-E4191D3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답을 그대로 옮기지 않아요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42A84-D1B6-4690-BFCB-1DB31A2F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004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 답은 내 말로 짧게 다시 정리합니다.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88DE5-663D-4578-8663-B60327B3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47889-142F-4CA6-9EF1-6A06B9AE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E7254-79A8-4ECA-B4DF-A164FD6D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자료에서 근거를 찾아요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EB64E-2014-4E04-A396-31FD365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958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답이 맞는지 자료의 문장, 장면, 표에서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21BC3-C3F0-4E03-9E94-1E48DCA6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55A1F-FC85-4851-A74C-4824E5F5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97362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AF773-3AB8-4A0C-88F7-8991A702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챗봇에게 물어보기 전, 이 순서로 준비해요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710D0-7CEC-43B3-B254-A44DD4E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1FC94-117E-4C4E-B526-2BCACC8D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2B601-28F0-4292-9D6C-4C45687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FE02F-5873-433B-9439-9C5316B6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762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자료를 천천히 읽고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단서를 표시해요.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C2719-F9A3-44BE-B5DC-695D2D30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881E5-5E3C-4068-B11D-116E63B8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모으기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5CAD6-6C77-4950-BD9C-A63FE4F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05250"/>
            <a:ext cx="1762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궁금한 점을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세 가지 이상 써요.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1BBD8-1C6A-4249-891B-3766F2EA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53350-2187-47D7-915F-57C7BA3C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나누기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DED7A-36A4-472C-9075-D646FA35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62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 유형을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네 가지로 나눠요.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82BAA-331B-4A41-AF10-C873D3C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E545A-A4BF-4C4D-801C-70E9C587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질문하기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6AE3D-1B92-49FC-B440-A63561A6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1762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처음 질문을 보고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물어봐요.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DCDD1-EB5C-421C-BF35-9386DDD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FD695-8CCA-412D-9C35-9E9ED861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389F8-929E-454F-9C5F-A5B99F04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762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챗봇에게 물을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 하나를 정해요.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67D96-B1D5-4994-BE10-F7920DC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학습지를 먼저 채운 뒤 챗봇을 엽니다.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63B56-1C7E-4927-8D49-2C67224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58623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42B1E-2311-444D-8320-561CFE7E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AI와 대화할 때는 답보다 근거가 중요해요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B90C9-BA57-4B06-9130-049A70A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953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4A94B-52A7-4747-9D52-BB1B2277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챗봇에게 이렇게 물어봐요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1BF48-F756-44ED-8777-2892F56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191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"이 질문은 어떤 유형인가요?"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"답의 근거를 자료에서 어디서 찾을 수 있나요?"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"인상적인 답은 어떻게 기록하면 좋을까요?"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"다시 질문하려면 어떻게 물어볼까요?"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B5889-38C1-45AB-959A-6FF27C3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대화 뒤에는 이렇게 남겨요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0FEA6-4663-4C09-A1F9-6A7D76B2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1. 챗봇 답을 내 말로 요약하기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D6AED-C001-4005-A601-6E8DEEF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2. 인상적인 질문과 답변 1개 고르기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FF799-3D0E-46D9-996E-E1BC4204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3. 자료 속 근거 위치 적기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9E584-F6A2-4978-87DF-F41C0A4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4. 다시 질문하기 문장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62AF-7030-470E-B3B6-6146FA9A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006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5. 내 생각이 바뀐 점 쓰기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C5A79-EEAC-462C-A505-D36DEBA5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2148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B327F-2545-4CC5-98B9-7A38B3A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질문하면 생각이 깊어져요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1E85E-4EAE-464A-9774-33276BC4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처음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00CB3-8996-4C51-9383-548C985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왜 그래요?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A02B0-734D-4FFE-8DA5-34E86FF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241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D21EA-3304-42C6-9340-CF8B5CD3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질문하기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8BF78-4387-4F02-9018-5E65EFD0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글에서 주인공이 한 행동을 보면,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왜 그런 선택을 했다고 볼 수 있나요?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B8244-73F4-4E1A-A60E-FA5E0FE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질문할 때 확인할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350B6-6784-4191-9852-8A43AEA6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54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자료와 연결했나요?    한 번에 한 가지만 묻나요?    예/아니오로 끝나지 않나요?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382B0-337E-48B0-8155-89A15420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84311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D1C0C-1898-4590-BBE4-E1E59F8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마지막에 남길 배움의 흔적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B3895-962A-481A-A5D8-05F5EC14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0AE8D-4207-47C1-8A45-388C481B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처음 만든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05E91-746F-4C54-B0A6-CBEE300C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B0DD1-C814-4829-B5FF-0F2E7A6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BA90D-9256-463A-8D7B-E893A21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챗봇 답을 내 말로 요약한 문장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04177-215B-4D8C-A956-4832C20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7D6D7-EB5C-4D6D-9B36-AABC1A3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2F0B4-3309-41FE-8B80-97202483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인상적인 질문과 답변 1개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2F081-AC28-487C-AC5C-8DD1DBB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2BB8D-71C0-4B30-AAAD-BA652F5E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1905C-CA69-4D3C-A967-2A5597E6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자료 속 근거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68AE9-053A-4249-8CEA-C53D9AA2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2970A-0A08-49FE-91CE-B4483DC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D98EB-FDF0-466F-B51C-382756A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다시 질문하기 문장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CE85-D2E1-4846-8861-878BAEF3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5E9D9-AA71-4CAE-8311-35384D0F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83395-0352-4455-99EB-225E4D7F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오늘 내 생각이 바뀐 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B7F5C-7FAF-433C-8D1E-4E6A49D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197D3-64FA-4638-95E6-788E85E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질문은 완성품이 아니라, 다시 물으며 깊어지는 생각입니다.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1C33B-71A3-4AE4-B7CD-F4A6D7A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9741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2026-08-23T13:23:52.7430000Z</dcterms:created>
  <dcterms:modified xsi:type="dcterms:W3CDTF">2026-08-23T13:23:52.7430000Z</dcterms:modified>
</coreProperties>
</file>