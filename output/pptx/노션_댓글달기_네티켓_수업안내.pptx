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d7cfe8e0e4872" /><Relationship Type="http://schemas.openxmlformats.org/officeDocument/2006/relationships/extended-properties" Target="/docProps/app.xml" Id="R584b5a932e4248ce" /><Relationship Type="http://schemas.openxmlformats.org/officeDocument/2006/relationships/officeDocument" Target="/ppt/presentation.xml" Id="Rde5a0b61671e4b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9ae053bca2441c"/>
  </p:sldMasterIdLst>
  <p:notesMasterIdLst>
    <p:notesMasterId xmlns:r="http://schemas.openxmlformats.org/officeDocument/2006/relationships" r:id="R2ff764d075994b5e"/>
  </p:notesMasterIdLst>
  <p:sldIdLst>
    <p:sldId xmlns:r="http://schemas.openxmlformats.org/officeDocument/2006/relationships" id="256" r:id="Rbdd19e82dcd44eaf"/>
    <p:sldId xmlns:r="http://schemas.openxmlformats.org/officeDocument/2006/relationships" id="257" r:id="R766b5855ef294deb"/>
    <p:sldId xmlns:r="http://schemas.openxmlformats.org/officeDocument/2006/relationships" id="258" r:id="R1e9f22434b9940c2"/>
    <p:sldId xmlns:r="http://schemas.openxmlformats.org/officeDocument/2006/relationships" id="259" r:id="Rc0e914cc95874a7e"/>
    <p:sldId xmlns:r="http://schemas.openxmlformats.org/officeDocument/2006/relationships" id="260" r:id="R0fd160b26f604029"/>
    <p:sldId xmlns:r="http://schemas.openxmlformats.org/officeDocument/2006/relationships" id="261" r:id="Rfb4d9afdf87c418e"/>
    <p:sldId xmlns:r="http://schemas.openxmlformats.org/officeDocument/2006/relationships" id="262" r:id="R25ba9aa00d504c89"/>
    <p:sldId xmlns:r="http://schemas.openxmlformats.org/officeDocument/2006/relationships" id="263" r:id="R378b996e2dfb43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0e63329ec1426b" /><Relationship Type="http://schemas.openxmlformats.org/officeDocument/2006/relationships/slideMaster" Target="/ppt/slideMasters/slideMaster1.xml" Id="R789ae053bca2441c" /><Relationship Type="http://schemas.openxmlformats.org/officeDocument/2006/relationships/notesMaster" Target="/ppt/notesMasters/notesMaster1.xml" Id="R2ff764d075994b5e" /><Relationship Type="http://schemas.openxmlformats.org/officeDocument/2006/relationships/presProps" Target="/ppt/presProps.xml" Id="Rc1b38bc7c8594691" /><Relationship Type="http://schemas.openxmlformats.org/officeDocument/2006/relationships/tableStyles" Target="/ppt/tableStyles.xml" Id="R6d6d26e75d2b4c29" /><Relationship Type="http://schemas.openxmlformats.org/officeDocument/2006/relationships/slide" Target="/ppt/slides/slide1.xml" Id="Rbdd19e82dcd44eaf" /><Relationship Type="http://schemas.openxmlformats.org/officeDocument/2006/relationships/slide" Target="/ppt/slides/slide2.xml" Id="R766b5855ef294deb" /><Relationship Type="http://schemas.openxmlformats.org/officeDocument/2006/relationships/slide" Target="/ppt/slides/slide3.xml" Id="R1e9f22434b9940c2" /><Relationship Type="http://schemas.openxmlformats.org/officeDocument/2006/relationships/slide" Target="/ppt/slides/slide4.xml" Id="Rc0e914cc95874a7e" /><Relationship Type="http://schemas.openxmlformats.org/officeDocument/2006/relationships/slide" Target="/ppt/slides/slide5.xml" Id="R0fd160b26f604029" /><Relationship Type="http://schemas.openxmlformats.org/officeDocument/2006/relationships/slide" Target="/ppt/slides/slide6.xml" Id="Rfb4d9afdf87c418e" /><Relationship Type="http://schemas.openxmlformats.org/officeDocument/2006/relationships/slide" Target="/ppt/slides/slide7.xml" Id="R25ba9aa00d504c89" /><Relationship Type="http://schemas.openxmlformats.org/officeDocument/2006/relationships/slide" Target="/ppt/slides/slide8.xml" Id="R378b996e2dfb43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dfb51451a48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affd7fac944cf1" /><Relationship Type="http://schemas.openxmlformats.org/officeDocument/2006/relationships/notesMaster" Target="/ppt/notesMasters/notesMaster1.xml" Id="R3c97d6902fe642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5fb9318c7f46f6" /><Relationship Type="http://schemas.openxmlformats.org/officeDocument/2006/relationships/notesMaster" Target="/ppt/notesMasters/notesMaster1.xml" Id="R7316236427da4f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6e27cb28b4fac" /><Relationship Type="http://schemas.openxmlformats.org/officeDocument/2006/relationships/notesMaster" Target="/ppt/notesMasters/notesMaster1.xml" Id="R6a973e1a999d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223cdcb91f4678" /><Relationship Type="http://schemas.openxmlformats.org/officeDocument/2006/relationships/notesMaster" Target="/ppt/notesMasters/notesMaster1.xml" Id="R091fedb0cba140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789d690e7d4dfc" /><Relationship Type="http://schemas.openxmlformats.org/officeDocument/2006/relationships/notesMaster" Target="/ppt/notesMasters/notesMaster1.xml" Id="R01aaeedbf3b14e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406051993243ae" /><Relationship Type="http://schemas.openxmlformats.org/officeDocument/2006/relationships/notesMaster" Target="/ppt/notesMasters/notesMaster1.xml" Id="R6abb341a223049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3d278b1bd44ec9" /><Relationship Type="http://schemas.openxmlformats.org/officeDocument/2006/relationships/notesMaster" Target="/ppt/notesMasters/notesMaster1.xml" Id="Rbe3aaa315cbd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3877cb5fe4376" /><Relationship Type="http://schemas.openxmlformats.org/officeDocument/2006/relationships/notesMaster" Target="/ppt/notesMasters/notesMaster1.xml" Id="R33c29e17fe9146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자료는 댓글을 글쓰기 평가보다 먼저 인터넷 시민성 활동으로 안내합니다.</a:t>
            </a:r>
          </a:p>
          <a:p xmlns:a="http://schemas.openxmlformats.org/drawingml/2006/main">
            <a:r>
              <a:t>댓글은 짧지만 여러 사람이 읽는 공적인 글이라는 점을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댓글은 의견을 남기는 공간이면서 동시에 서로의 생각을 만나는 공간입니다.</a:t>
            </a:r>
          </a:p>
          <a:p xmlns:a="http://schemas.openxmlformats.org/drawingml/2006/main">
            <a:r>
              <a:t>읽기 없는 댓글, 생각 없는 댓글, 예절 없는 댓글은 모두 보완이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학생들이 댓글부터 쓰지 않도록 읽기 단계를 먼저 둡니다.</a:t>
            </a:r>
          </a:p>
          <a:p xmlns:a="http://schemas.openxmlformats.org/drawingml/2006/main">
            <a:r>
              <a:t>기사 내용과 연결되지 않은 댓글은 활동의 목적에 맞지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네티켓은 단순히 착하게 말하기가 아니라, 온라인에서 함께 살아가는 시민적 태도입니다.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나쁜 예시를 보여 주되, 바로 고쳐 쓸 표현을 함께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 문장 공식입니다. 모든 문장을 다 쓰지 않아도 네 요소가 보이면 좋은 댓글이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 제출 직전 체크리스트로 사용할 수 있습니다.</a:t>
            </a:r>
          </a:p>
          <a:p xmlns:a="http://schemas.openxmlformats.org/drawingml/2006/main">
            <a:r>
              <a:t>이 슬라이드는 노션 제출 전 화면에 띄워 두면 좋습니다.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 활동 마무리 문장입니다. 댓글을 시민적 참여로 이해하도록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469a73c0147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f338225e044c65" /><Relationship Type="http://schemas.openxmlformats.org/officeDocument/2006/relationships/slideLayout" Target="/ppt/slideLayouts/slideLayout1.xml" Id="Rcfd16bbc662341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16bbc662341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159a137434bf2" /><Relationship Type="http://schemas.openxmlformats.org/officeDocument/2006/relationships/notesSlide" Target="/ppt/notesSlides/notesSlide1.xml" Id="Ra5d8707c14a941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2c92818fd4819" /><Relationship Type="http://schemas.openxmlformats.org/officeDocument/2006/relationships/notesSlide" Target="/ppt/notesSlides/notesSlide2.xml" Id="Rbea017496a1e42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e2903641c4141" /><Relationship Type="http://schemas.openxmlformats.org/officeDocument/2006/relationships/notesSlide" Target="/ppt/notesSlides/notesSlide3.xml" Id="R3649c00897eb43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14f2c9b914fdc" /><Relationship Type="http://schemas.openxmlformats.org/officeDocument/2006/relationships/notesSlide" Target="/ppt/notesSlides/notesSlide4.xml" Id="R407df5581ee84a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a513acc6f4c77" /><Relationship Type="http://schemas.openxmlformats.org/officeDocument/2006/relationships/notesSlide" Target="/ppt/notesSlides/notesSlide5.xml" Id="R9ba1be10a86a4b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476d4b28f4b9c" /><Relationship Type="http://schemas.openxmlformats.org/officeDocument/2006/relationships/notesSlide" Target="/ppt/notesSlides/notesSlide6.xml" Id="R4de171a0f2684a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e87186d14698" /><Relationship Type="http://schemas.openxmlformats.org/officeDocument/2006/relationships/notesSlide" Target="/ppt/notesSlides/notesSlide7.xml" Id="R20caa5a29a4b41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199cbb16475e" /><Relationship Type="http://schemas.openxmlformats.org/officeDocument/2006/relationships/notesSlide" Target="/ppt/notesSlides/notesSlide8.xml" Id="R53d976426ec9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3239A-2A1F-4D22-B3FF-851E62F3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신문기사와 인터넷 자료에</a:t>
            </a:r>
          </a:p>
          <a:p xmlns:a="http://schemas.openxmlformats.org/drawingml/2006/main">
            <a:pPr>
              <a:defRPr sz="4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바르게 댓글 달기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A829B-07A6-4ED3-AAD1-3A7C36C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851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노션 플랫폼 댓글 활동을 위한 네티켓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FA93D-CFEC-441C-B78A-731D5E6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858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E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4E69E-FB4B-4051-B859-34ED6B53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좋은 댓글은 빠른 반응이 아니라, 존중하며 참여하는 글입니다.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3F0D4-3E40-4F6C-A4E4-977485DC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52500"/>
            <a:ext cx="2000250" cy="4095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9AD9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6B651-751C-4A69-A2A8-16DC48D5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1381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86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읽고</a:t>
            </a:r>
          </a:p>
          <a:p xmlns:a="http://schemas.openxmlformats.org/drawingml/2006/main">
            <a:pPr algn="ctr"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생각하고</a:t>
            </a:r>
          </a:p>
          <a:p xmlns:a="http://schemas.openxmlformats.org/drawingml/2006/main">
            <a:pPr algn="ctr"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존중하며</a:t>
            </a:r>
          </a:p>
          <a:p xmlns:a="http://schemas.openxmlformats.org/drawingml/2006/main">
            <a:pPr algn="ctr"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4028410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D2749-C338-4993-A6B7-5107E3F6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댓글 활동의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7AF3-DE8F-4000-B6F6-4D85E18A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댓글은 기사에 참여하는 공적인 말입니다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64CDE-C89A-4C58-A938-7AF0732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1FD91-B141-40AE-B393-566DB9A6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A01E1-3195-4490-BE0B-C7B0EE0A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읽기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B3E62-A3CD-4A74-80B0-9BBEBF12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기사나 자료의 내용을 먼저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AE49F-1CA9-497F-9E96-0D1EAE3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18089-19A2-4B09-9FAF-C9CFEBEE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생각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2F727-4E2D-4BC0-8182-74B9BCE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2900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5365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내가 어떤 부분에 동의하거나 궁금한지 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49E69-FCDA-44CE-AC97-55710D24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A1ACF-8972-4DA8-B713-7FBE056D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참여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266BB-380C-4514-87B5-9F4D71F4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231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다른 사람도 읽는 공간에 책임 있게 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E5FC7-45EB-4394-A8E6-129E145D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네티켓 댓글 수업 | 2</a:t>
            </a:r>
          </a:p>
        </p:txBody>
      </p:sp>
    </p:spTree>
    <p:extLst>
      <p:ext uri="{BB962C8B-B14F-4D97-AF65-F5344CB8AC3E}">
        <p14:creationId xmlns:p14="http://schemas.microsoft.com/office/powerpoint/2010/main" val="7312617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1A13F-FB2A-4F9C-8CD1-76A84212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댓글 전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56135-69E2-45FD-966D-43D22C21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댓글은 읽은 내용과 연결되어야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63EB0-9CB8-4542-B231-27D98C30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5BE2E-14CA-4092-BAA2-5EBCD80F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F6797-6022-4282-A43C-0D8032C0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1A579-C480-4DB9-B729-BBE48C1B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무슨 내용인가요?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B3500-B785-4A21-8D03-FAE3C0CC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기사의 핵심 내용을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39711-881C-43FD-B56C-4DBC0ADE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F6974-D551-435E-A7C0-0D8B8EC0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0A597-6A02-4627-8377-F09805E5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0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내가 반응한 부분은?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C13D4-2108-485C-9692-9FD76A6E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인상 깊거나 궁금한 부분을 고릅니다.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389C0-1D4E-42EB-9B6A-0ED0322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3C1A5-119D-4135-9670-3B24EFA4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3844F-3C24-441D-9B84-69C54F05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05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확실한 정보인가요?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7602A-9145-4220-9715-8564C039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624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제목만 보지 말고 내용을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CD4FB-EBEE-44E6-9E09-C5BDA666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제목만 보고 쓰는 댓글은 오해를 만들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8C30B-B1BE-4BC3-8488-BEF370EF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네티켓 댓글 수업 | 3</a:t>
            </a:r>
          </a:p>
        </p:txBody>
      </p:sp>
    </p:spTree>
    <p:extLst>
      <p:ext uri="{BB962C8B-B14F-4D97-AF65-F5344CB8AC3E}">
        <p14:creationId xmlns:p14="http://schemas.microsoft.com/office/powerpoint/2010/main" val="9125035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F4703-9C61-4499-96BF-687A987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네티켓 5가지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36649-6CEB-401A-A31C-3F790B9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인터넷 댓글에서 지켜야 할 약속입니다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FB30E-1D6C-46B8-A63A-CB18486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E3B61-3DDF-4376-969C-DC55A6AB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1EF18-F578-4E78-AC1A-38D4F801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36271-F228-405E-AD61-C5281A44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존중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F03F3-C767-4888-849A-7B27670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812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사람을 비난하지 않기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B43DE-BEC2-4C85-A27B-868DCE5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3A840-1408-432B-A165-399B591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24B93-A3C4-443B-88E6-25E5DEE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2516E-F14F-4E02-96DC-78D94ED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확인한 내용으로 말하기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7C949-93C6-4063-BB35-42C4B63F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8D9C1-B219-4E74-BB24-4A53F59B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8D495-A03E-4C36-98ED-55CF77DB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480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83EBD-16C4-4823-B71A-064ECF5C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671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내 말이 남는다는 것 기억하기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CCC5A-8858-4EB2-B900-426BFAF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34012-53E7-473A-8D22-5D9B958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BDF4E-2EE6-4300-886A-62562EB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공감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A4609-865B-4CF7-9433-5C3BD75B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100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다른 관점도 생각하기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EDD8C-BF90-462D-82A4-B5C381ED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3C6FB-8545-4EC5-B6CD-55EC505C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408C4-7263-4078-AA19-2136E1F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559B6-55A5-4715-A252-B6198B00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30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더 나은 방향 제안하기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4883C-9E8F-4019-BDD9-82066C93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네티켓 댓글 수업 | 4</a:t>
            </a:r>
          </a:p>
        </p:txBody>
      </p:sp>
    </p:spTree>
    <p:extLst>
      <p:ext uri="{BB962C8B-B14F-4D97-AF65-F5344CB8AC3E}">
        <p14:creationId xmlns:p14="http://schemas.microsoft.com/office/powerpoint/2010/main" val="16079916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D1773-7651-43D9-A6A9-FE9B03F5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피해야 할 댓글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9194D-191D-464F-BB32-111B0EF8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이런 댓글은 참여가 아니라 상처가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D2DF7-BE62-45FD-8A6F-B664A1E3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8FADF-9865-4442-9696-CD896E2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91C5C-EB70-4007-B4DC-16B03C87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BFA9C-D083-4683-BF4B-4202C67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피해야 해요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60A67-9F96-452D-BB27-D9C1CDEC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비난하거나 놀리는 말</a:t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확인하지 않은 소문</a:t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친구 이름으로 장난치는 말</a:t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화난 느낌만 쓰는 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A511F-CE11-433B-8BAB-4F1C0983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바꿔 써요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B18B3-EBA8-44DB-80F9-3F19BC41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저는 ___라고 생각합니다</a:t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기사에서 ___라고 했기 때문입니다</a:t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다른 생각도 있을 수 있습니다</a:t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- 함께 해결 방법을 찾아야 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DD9EA-25D1-4E4A-BB86-939EEBA3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네티켓 댓글 수업 | 5</a:t>
            </a:r>
          </a:p>
        </p:txBody>
      </p:sp>
    </p:spTree>
    <p:extLst>
      <p:ext uri="{BB962C8B-B14F-4D97-AF65-F5344CB8AC3E}">
        <p14:creationId xmlns:p14="http://schemas.microsoft.com/office/powerpoint/2010/main" val="18280519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780C2-6A7F-4ABB-A7F3-C26E7475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좋은 댓글 공식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31942-1E39-45D1-A789-34F88900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바른 댓글은 네 부분으로 만들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98F69-3483-4CF3-944D-D7EB180C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B4EB1-B56A-431B-9F25-0DB78AD9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768B7-8996-4050-8887-37FDF189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내용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36B36-4EAA-4421-BF09-A685DF68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이 기사에서는 ______ 이야기를 하고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7969F-01C3-49DC-AAF1-14B67A67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90B7C-6651-4439-8A5B-FEA74D9A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95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생각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66F1F-188F-4D9B-BCC8-BE4E211B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나는 ______ 라고 생각합니다.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15924-4638-4616-9BD1-E14398A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7FC5F-7A62-4C8E-8AF8-62824D64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909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F5AA3-6D46-4B92-A134-E49317B1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왜냐하면 ______ 때문입니다.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4CB92-7EB2-4A65-82A6-1FB1D9D9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CE670-742D-4D69-BFA0-F51829FA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존중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A192B-59CD-4D29-B250-1C704197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958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다른 의견도 있을 수 있지만 ______ 하면 좋겠습니다.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88259-E93E-4405-92F9-BDE6E82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네티켓 댓글 수업 | 6</a:t>
            </a:r>
          </a:p>
        </p:txBody>
      </p:sp>
    </p:spTree>
    <p:extLst>
      <p:ext uri="{BB962C8B-B14F-4D97-AF65-F5344CB8AC3E}">
        <p14:creationId xmlns:p14="http://schemas.microsoft.com/office/powerpoint/2010/main" val="299792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21B12-AAD0-45A3-A424-FFC10F1A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댓글 전 10초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0EC4D-899B-4758-A764-5536990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올리기 전에 잠깐 멈춰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0D0DF-55D4-4351-90FB-AA52840A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54D25-5E92-44BB-9507-3B436B85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6249C-05FD-41DC-A14B-D6B8B202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 내용을 읽고 썼나요?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9EF5-13E9-4D2B-A74C-4452C87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7D6D5-5829-4AE5-8784-C1B1C46F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사람을 공격하는 표현은 없나요?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81E2A-4AFB-4882-9FE2-E878D9C1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7ED01-7082-406C-A75E-35B5D73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480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확인하지 않은 말을 사실처럼 쓰지 않았나요?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A8C2A-F05A-4CC3-8C1B-011F4C6E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5523C-88A4-40D8-B1C9-128BF875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내 생각과 이유가 보이나요?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4DCE2-8E17-47A8-9BCC-5ECF405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E6F55-66E0-4280-8E10-BF3F8AA8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43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다른 사람이 읽어도 괜찮은 말인가요?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008AE-309F-4BB0-83DE-A12E83B1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네티켓 댓글 수업 | 7</a:t>
            </a:r>
          </a:p>
        </p:txBody>
      </p:sp>
    </p:spTree>
    <p:extLst>
      <p:ext uri="{BB962C8B-B14F-4D97-AF65-F5344CB8AC3E}">
        <p14:creationId xmlns:p14="http://schemas.microsoft.com/office/powerpoint/2010/main" val="172795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B8474-7A97-4A26-BC84-9D1CC430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484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댓글은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내 생각을 남기는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공적인 말입니다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49DEF-304E-489A-B5DA-BB028AF8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781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25D"/>
          </a:solidFill>
          <a:ln xmlns:a="http://schemas.openxmlformats.org/drawingml/2006/main" w="11430">
            <a:solidFill>
              <a:srgbClr val="4053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BF6D9-A439-44E5-8E62-AFD7FA34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5862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읽고, 생각하고, 존중하며 쓰기</a:t>
            </a:r>
          </a:p>
        </p:txBody>
      </p:sp>
    </p:spTree>
    <p:extLst>
      <p:ext uri="{BB962C8B-B14F-4D97-AF65-F5344CB8AC3E}">
        <p14:creationId xmlns:p14="http://schemas.microsoft.com/office/powerpoint/2010/main" val="339613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2026-08-23T02:30:27.5520000Z</dcterms:created>
  <dcterms:modified xsi:type="dcterms:W3CDTF">2026-08-23T02:30:27.5520000Z</dcterms:modified>
</coreProperties>
</file>