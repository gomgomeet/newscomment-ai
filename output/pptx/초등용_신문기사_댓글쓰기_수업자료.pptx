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81306a5bba43d9" /><Relationship Type="http://schemas.openxmlformats.org/officeDocument/2006/relationships/extended-properties" Target="/docProps/app.xml" Id="R3c2464db5b97434d" /><Relationship Type="http://schemas.openxmlformats.org/officeDocument/2006/relationships/officeDocument" Target="/ppt/presentation.xml" Id="R50df747d5d154b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0b9bfc35b748d0"/>
  </p:sldMasterIdLst>
  <p:notesMasterIdLst>
    <p:notesMasterId xmlns:r="http://schemas.openxmlformats.org/officeDocument/2006/relationships" r:id="Rce6a0579dbf04027"/>
  </p:notesMasterIdLst>
  <p:sldIdLst>
    <p:sldId xmlns:r="http://schemas.openxmlformats.org/officeDocument/2006/relationships" id="256" r:id="R2a6c70f421264573"/>
    <p:sldId xmlns:r="http://schemas.openxmlformats.org/officeDocument/2006/relationships" id="257" r:id="Rfedcc9f3ea2344c5"/>
    <p:sldId xmlns:r="http://schemas.openxmlformats.org/officeDocument/2006/relationships" id="258" r:id="Rddaed40464a146d0"/>
    <p:sldId xmlns:r="http://schemas.openxmlformats.org/officeDocument/2006/relationships" id="259" r:id="Rd5aa8da1d50c448a"/>
    <p:sldId xmlns:r="http://schemas.openxmlformats.org/officeDocument/2006/relationships" id="260" r:id="Rb8bf3c0003cb4482"/>
    <p:sldId xmlns:r="http://schemas.openxmlformats.org/officeDocument/2006/relationships" id="261" r:id="R8e900021924f47e7"/>
    <p:sldId xmlns:r="http://schemas.openxmlformats.org/officeDocument/2006/relationships" id="262" r:id="R18876d37b4e3488d"/>
    <p:sldId xmlns:r="http://schemas.openxmlformats.org/officeDocument/2006/relationships" id="263" r:id="Re24744df7ee24e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594a3042184424" /><Relationship Type="http://schemas.openxmlformats.org/officeDocument/2006/relationships/slideMaster" Target="/ppt/slideMasters/slideMaster1.xml" Id="R2a0b9bfc35b748d0" /><Relationship Type="http://schemas.openxmlformats.org/officeDocument/2006/relationships/notesMaster" Target="/ppt/notesMasters/notesMaster1.xml" Id="Rce6a0579dbf04027" /><Relationship Type="http://schemas.openxmlformats.org/officeDocument/2006/relationships/presProps" Target="/ppt/presProps.xml" Id="Rb24bb81538cd47b5" /><Relationship Type="http://schemas.openxmlformats.org/officeDocument/2006/relationships/tableStyles" Target="/ppt/tableStyles.xml" Id="R737f0b852b4f4740" /><Relationship Type="http://schemas.openxmlformats.org/officeDocument/2006/relationships/slide" Target="/ppt/slides/slide1.xml" Id="R2a6c70f421264573" /><Relationship Type="http://schemas.openxmlformats.org/officeDocument/2006/relationships/slide" Target="/ppt/slides/slide2.xml" Id="Rfedcc9f3ea2344c5" /><Relationship Type="http://schemas.openxmlformats.org/officeDocument/2006/relationships/slide" Target="/ppt/slides/slide3.xml" Id="Rddaed40464a146d0" /><Relationship Type="http://schemas.openxmlformats.org/officeDocument/2006/relationships/slide" Target="/ppt/slides/slide4.xml" Id="Rd5aa8da1d50c448a" /><Relationship Type="http://schemas.openxmlformats.org/officeDocument/2006/relationships/slide" Target="/ppt/slides/slide5.xml" Id="Rb8bf3c0003cb4482" /><Relationship Type="http://schemas.openxmlformats.org/officeDocument/2006/relationships/slide" Target="/ppt/slides/slide6.xml" Id="R8e900021924f47e7" /><Relationship Type="http://schemas.openxmlformats.org/officeDocument/2006/relationships/slide" Target="/ppt/slides/slide7.xml" Id="R18876d37b4e3488d" /><Relationship Type="http://schemas.openxmlformats.org/officeDocument/2006/relationships/slide" Target="/ppt/slides/slide8.xml" Id="Re24744df7ee24e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9676cad2ec42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c0bb1fde7f4b0f" /><Relationship Type="http://schemas.openxmlformats.org/officeDocument/2006/relationships/notesMaster" Target="/ppt/notesMasters/notesMaster1.xml" Id="R2351c6529a4a40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467679002e47e4" /><Relationship Type="http://schemas.openxmlformats.org/officeDocument/2006/relationships/notesMaster" Target="/ppt/notesMasters/notesMaster1.xml" Id="R2679349afbcb41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1c6310a77740b6" /><Relationship Type="http://schemas.openxmlformats.org/officeDocument/2006/relationships/notesMaster" Target="/ppt/notesMasters/notesMaster1.xml" Id="R01b22df7fd3f48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7afdef6694489d" /><Relationship Type="http://schemas.openxmlformats.org/officeDocument/2006/relationships/notesMaster" Target="/ppt/notesMasters/notesMaster1.xml" Id="Rfcdbfb1afd7248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2e64412d894032" /><Relationship Type="http://schemas.openxmlformats.org/officeDocument/2006/relationships/notesMaster" Target="/ppt/notesMasters/notesMaster1.xml" Id="Rb615b217924244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a178befe1743bf" /><Relationship Type="http://schemas.openxmlformats.org/officeDocument/2006/relationships/notesMaster" Target="/ppt/notesMasters/notesMaster1.xml" Id="Rae89eaec45064f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b5c0aab92549d3" /><Relationship Type="http://schemas.openxmlformats.org/officeDocument/2006/relationships/notesMaster" Target="/ppt/notesMasters/notesMaster1.xml" Id="Rb8c94bdda48747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b941e679a84a2f" /><Relationship Type="http://schemas.openxmlformats.org/officeDocument/2006/relationships/notesMaster" Target="/ppt/notesMasters/notesMaster1.xml" Id="R117fe3b9b90c43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초등학생 눈높이로 수업의 목적을 엽니다. 댓글을 '생각과 이유가 보이는 짧은 글'로 정의합니다.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교육과정의 사실과 의견 구분, 의견과 이유 쓰기, 뉴스 자료 신뢰성 평가 관련 성취기준을 초등학생용 표현으로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활동을 세 단계로 단순화합니다. 학생이 지금 무엇을 해야 하는지 계속 돌아볼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교육과정의 사실과 의견 구분, 의견과 이유 쓰기, 뉴스 자료 신뢰성 평가 관련 성취기준을 초등학생용 표현으로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뉴스 기사 독해 질문을 초등 수준으로 줄였습니다. 학생에게 세 질문에 밑줄이나 메모로 답하게 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교육과정의 사실과 의견 구분, 의견과 이유 쓰기, 뉴스 자료 신뢰성 평가 관련 성취기준을 초등학생용 표현으로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사실과 의견 구분을 쉬운 예시로 설명합니다. 기사 문장에서 사실과 생각을 색깔로 구분하는 활동으로 이어갈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교육과정의 사실과 의견 구분, 의견과 이유 쓰기, 뉴스 자료 신뢰성 평가 관련 성취기준을 초등학생용 표현으로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가장 쉬운 댓글 문장 틀입니다. 초등 저학년이나 쓰기가 어려운 학생에게 바로 제공할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교육과정의 사실과 의견 구분, 의견과 이유 쓰기, 뉴스 자료 신뢰성 평가 관련 성취기준을 초등학생용 표현으로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짧은 예시 비교입니다. 수업 기사에 맞게 예시 댓글을 바꿔도 좋습니다.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교육과정의 사실과 의견 구분, 의견과 이유 쓰기, 뉴스 자료 신뢰성 평가 관련 성취기준을 초등학생용 표현으로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기준을 4개로 단순화했습니다. 학생에게 '무엇을 잘하면 되는지'만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교육과정의 사실과 의견 구분, 의견과 이유 쓰기, 뉴스 자료 신뢰성 평가 관련 성취기준을 초등학생용 표현으로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제출 직전 체크리스트입니다. 활동지나 노션 폼의 체크박스로 그대로 옮길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교육과정의 사실과 의견 구분, 의견과 이유 쓰기, 뉴스 자료 신뢰성 평가 관련 성취기준을 초등학생용 표현으로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3f71f6da747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97c76ddea04da1" /><Relationship Type="http://schemas.openxmlformats.org/officeDocument/2006/relationships/slideLayout" Target="/ppt/slideLayouts/slideLayout1.xml" Id="R38dc43ee23f048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dc43ee23f048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831c0514c4915" /><Relationship Type="http://schemas.openxmlformats.org/officeDocument/2006/relationships/image" Target="/ppt/media/image.png" Id="R1884f4b44ee94ecc" /><Relationship Type="http://schemas.openxmlformats.org/officeDocument/2006/relationships/notesSlide" Target="/ppt/notesSlides/notesSlide1.xml" Id="R7887c79985a347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4f46c4e634e99" /><Relationship Type="http://schemas.openxmlformats.org/officeDocument/2006/relationships/notesSlide" Target="/ppt/notesSlides/notesSlide2.xml" Id="Rced21b5b7de243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f7edc87164a26" /><Relationship Type="http://schemas.openxmlformats.org/officeDocument/2006/relationships/notesSlide" Target="/ppt/notesSlides/notesSlide3.xml" Id="Rb6c50e9b9dd046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9f92245f448a6" /><Relationship Type="http://schemas.openxmlformats.org/officeDocument/2006/relationships/notesSlide" Target="/ppt/notesSlides/notesSlide4.xml" Id="Rd65bcde7020a43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58c8dd7fb4dc2" /><Relationship Type="http://schemas.openxmlformats.org/officeDocument/2006/relationships/notesSlide" Target="/ppt/notesSlides/notesSlide5.xml" Id="R2b62166115f54e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e883b2049425c" /><Relationship Type="http://schemas.openxmlformats.org/officeDocument/2006/relationships/notesSlide" Target="/ppt/notesSlides/notesSlide6.xml" Id="Rb503da434a9d4f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716851daa4dd4" /><Relationship Type="http://schemas.openxmlformats.org/officeDocument/2006/relationships/notesSlide" Target="/ppt/notesSlides/notesSlide7.xml" Id="Rda2df6f0776043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621f7d20c4e80" /><Relationship Type="http://schemas.openxmlformats.org/officeDocument/2006/relationships/image" Target="/ppt/media/image2.png" Id="Red38337b9424477a" /><Relationship Type="http://schemas.openxmlformats.org/officeDocument/2006/relationships/notesSlide" Target="/ppt/notesSlides/notesSlide8.xml" Id="R1f520416e17848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B6A00-2262-4867-B6DA-E19D4B57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57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신문기사를 읽고</a:t>
            </a:r>
          </a:p>
          <a:p xmlns:a="http://schemas.openxmlformats.org/drawingml/2006/main">
            <a:pPr>
              <a:defRPr sz="43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내 생각 댓글 쓰기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00B40-253A-40D7-A37D-B476572E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19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짧게 써도 괜찮아요.</a:t>
            </a:r>
          </a:p>
          <a:p xmlns:a="http://schemas.openxmlformats.org/drawingml/2006/main">
            <a:pPr>
              <a:defRPr sz="23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생각과 이유가 보이면 좋은 댓글이에요.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5F211-1613-404C-8D5E-FD0F4578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09600"/>
            <a:ext cx="3143250" cy="485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4F7F3"/>
          </a:solidFill>
          <a:ln xmlns:a="http://schemas.openxmlformats.org/drawingml/2006/main" w="9525">
            <a:solidFill>
              <a:srgbClr val="CA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4f4b44ee94ecc"/>
          <a:srcRect xmlns:a="http://schemas.openxmlformats.org/drawingml/2006/main" l="19556" t="0" r="19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876300"/>
            <a:ext cx="2609850" cy="4286250"/>
          </a:xfrm>
          <a:prstGeom xmlns:a="http://schemas.openxmlformats.org/drawingml/2006/main" prst="roundRect">
            <a:avLst>
              <a:gd name="adj" fmla="val 438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65689-5FD5-4B9F-8696-63966F65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오늘의 약속: 읽고, 생각하고, 예쁘게 말하기</a:t>
            </a:r>
          </a:p>
        </p:txBody>
      </p:sp>
    </p:spTree>
    <p:extLst>
      <p:ext uri="{BB962C8B-B14F-4D97-AF65-F5344CB8AC3E}">
        <p14:creationId xmlns:p14="http://schemas.microsoft.com/office/powerpoint/2010/main" val="19682535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C780A-2B4D-4118-AB7C-393E1206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활동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5D38A-594E-4ABF-9F85-2FF23378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오늘 할 일은 딱 세 가지예요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C4381-73E2-47C5-9869-DB210B44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1"/>
          </a:solidFill>
          <a:ln xmlns:a="http://schemas.openxmlformats.org/drawingml/2006/main" w="0">
            <a:solidFill>
              <a:srgbClr val="CA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804C6-EDC1-4198-8105-85885E9A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2762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A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4C789-73B2-4992-989E-F274223C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95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158E0-694A-497D-8630-C4E9EED0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C68BA-679A-4553-92F9-389B16E4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862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F6B7A"/>
                </a:solidFill>
                <a:latin typeface="Arial"/>
                <a:ea typeface="Arial"/>
                <a:cs typeface="Arial"/>
              </a:rPr>
              <a:t>기사에서 중요한 내용을 찾아요.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4C256-E522-45C3-ACD4-B33D78D5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2762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9525">
            <a:solidFill>
              <a:srgbClr val="CA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4B551-9E48-41F4-9F66-033763FC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95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9EE0A-CCD5-4500-9C26-D6416013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908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생각하기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A4EA1-E33C-4393-B7BD-3AF0A814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862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F6B7A"/>
                </a:solidFill>
                <a:latin typeface="Arial"/>
                <a:ea typeface="Arial"/>
                <a:cs typeface="Arial"/>
              </a:rPr>
              <a:t>나는 어떻게 생각하는지 정해요.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99F64-35AC-4B23-B138-CB2AB8CB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2762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8E8"/>
          </a:solidFill>
          <a:ln xmlns:a="http://schemas.openxmlformats.org/drawingml/2006/main" w="9525">
            <a:solidFill>
              <a:srgbClr val="CA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0197E-2586-4AC9-8590-72758F6E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F9C20-C18C-4506-9D1B-3D3C782E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908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댓글 쓰기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FFF4B-64CB-433A-A889-FDE42AFC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F6B7A"/>
                </a:solidFill>
                <a:latin typeface="Arial"/>
                <a:ea typeface="Arial"/>
                <a:cs typeface="Arial"/>
              </a:rPr>
              <a:t>이유를 붙여 예쁘게 말해요.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08E80-2785-4D35-8EC7-4475FDCC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43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B7A"/>
                </a:solidFill>
                <a:latin typeface="Arial"/>
                <a:ea typeface="Arial"/>
                <a:cs typeface="Arial"/>
              </a:rPr>
              <a:t>초등용 댓글 쓰기 | 2</a:t>
            </a:r>
          </a:p>
        </p:txBody>
      </p:sp>
    </p:spTree>
    <p:extLst>
      <p:ext uri="{BB962C8B-B14F-4D97-AF65-F5344CB8AC3E}">
        <p14:creationId xmlns:p14="http://schemas.microsoft.com/office/powerpoint/2010/main" val="14968193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C77BA-C778-4ACB-B9E3-3BD48DB7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기사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6ECF8-71AB-481B-95E6-B3AC7D0B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기사를 읽을 때는 세 가지만 찾아요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9BC4C-0E7A-452E-82CE-2C01D69F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1"/>
          </a:solidFill>
          <a:ln xmlns:a="http://schemas.openxmlformats.org/drawingml/2006/main" w="0">
            <a:solidFill>
              <a:srgbClr val="CA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8969D-FA1E-4658-96DC-F1A28272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E9DF"/>
          </a:solidFill>
          <a:ln xmlns:a="http://schemas.openxmlformats.org/drawingml/2006/main" w="9525">
            <a:solidFill>
              <a:srgbClr val="CA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46E97-8FBD-49B7-A71C-06BFC32D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무슨 일이</a:t>
            </a:r>
          </a:p>
          <a:p xmlns:a="http://schemas.openxmlformats.org/drawingml/2006/main">
            <a:pPr algn="ctr">
              <a:defRPr sz="25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있었나요?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09F8E-DE4F-46EF-B1FA-1538EF70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81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B7A"/>
                </a:solidFill>
                <a:latin typeface="Arial"/>
                <a:ea typeface="Arial"/>
                <a:cs typeface="Arial"/>
              </a:rPr>
              <a:t>기사의 중심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AB264-66EA-4EF9-86EF-782DB934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33625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4F7F3"/>
          </a:solidFill>
          <a:ln xmlns:a="http://schemas.openxmlformats.org/drawingml/2006/main" w="9525">
            <a:solidFill>
              <a:srgbClr val="CA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848F6-483F-4BE2-B89D-283746BB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622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누가 관련되어</a:t>
            </a:r>
          </a:p>
          <a:p xmlns:a="http://schemas.openxmlformats.org/drawingml/2006/main">
            <a:pPr algn="ctr">
              <a:defRPr sz="25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있나요?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47065-2F0D-4983-B019-4282A17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81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B7A"/>
                </a:solidFill>
                <a:latin typeface="Arial"/>
                <a:ea typeface="Arial"/>
                <a:cs typeface="Arial"/>
              </a:rPr>
              <a:t>사람, 기관, 지역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AEFA5-0062-4048-ACCF-20881B6F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9525">
            <a:solidFill>
              <a:srgbClr val="CA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5D372-AD51-46B7-8CB1-91893B24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왜 중요할까요?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09082-2097-4F59-BC37-FD39C2D3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81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B7A"/>
                </a:solidFill>
                <a:latin typeface="Arial"/>
                <a:ea typeface="Arial"/>
                <a:cs typeface="Arial"/>
              </a:rPr>
              <a:t>우리 생활과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11148-5B76-4CE6-A111-AF7836F6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43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B7A"/>
                </a:solidFill>
                <a:latin typeface="Arial"/>
                <a:ea typeface="Arial"/>
                <a:cs typeface="Arial"/>
              </a:rPr>
              <a:t>초등용 댓글 쓰기 | 3</a:t>
            </a:r>
          </a:p>
        </p:txBody>
      </p:sp>
    </p:spTree>
    <p:extLst>
      <p:ext uri="{BB962C8B-B14F-4D97-AF65-F5344CB8AC3E}">
        <p14:creationId xmlns:p14="http://schemas.microsoft.com/office/powerpoint/2010/main" val="10263529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92FAF-D5D0-4FA8-86AC-FEC702CE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꼭 알기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DA119-6FCB-41FE-8A8F-5A0B2100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사실과 생각은 달라요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FE7DA-3FB6-49FD-A3CE-93775AA2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1"/>
          </a:solidFill>
          <a:ln xmlns:a="http://schemas.openxmlformats.org/drawingml/2006/main" w="0">
            <a:solidFill>
              <a:srgbClr val="CA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458A0-12AE-450E-9636-1BCAB17D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4476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A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3021D-5942-4E9A-8BA6-2CF1F437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476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9525">
            <a:solidFill>
              <a:srgbClr val="CA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C9EBB-C659-42D0-8BB0-F8E1EC91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127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사실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6A11D-B296-4B37-8A72-DCE930F7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033"/>
                </a:solidFill>
                <a:latin typeface="Arial"/>
                <a:ea typeface="Arial"/>
                <a:cs typeface="Arial"/>
              </a:rPr>
              <a:t>기사에서 확인할 수 있는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DA25B-FC37-486D-B68B-A8BF145B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F6B7A"/>
                </a:solidFill>
                <a:latin typeface="Arial"/>
                <a:ea typeface="Arial"/>
                <a:cs typeface="Arial"/>
              </a:rPr>
              <a:t>예: 오늘 비가 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AD94F-C17C-4323-9350-9A885E9B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479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127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생각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DEF35-9D38-4537-9FA0-DCB1E857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033"/>
                </a:solidFill>
                <a:latin typeface="Arial"/>
                <a:ea typeface="Arial"/>
                <a:cs typeface="Arial"/>
              </a:rPr>
              <a:t>내 마음이나 의견이 들어간 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A25CC-70AA-457B-BC9E-0EA2F1A2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F6B7A"/>
                </a:solidFill>
                <a:latin typeface="Arial"/>
                <a:ea typeface="Arial"/>
                <a:cs typeface="Arial"/>
              </a:rPr>
              <a:t>예: 비가 와서 좋았다.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681C8-B233-4958-A7EF-D2AA1FCA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댓글에는 사실을 바탕으로 한 내 생각을 씁니다.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6BB0D-D7FE-494F-A775-CD7C6D1C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43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B7A"/>
                </a:solidFill>
                <a:latin typeface="Arial"/>
                <a:ea typeface="Arial"/>
                <a:cs typeface="Arial"/>
              </a:rPr>
              <a:t>초등용 댓글 쓰기 | 4</a:t>
            </a:r>
          </a:p>
        </p:txBody>
      </p:sp>
    </p:spTree>
    <p:extLst>
      <p:ext uri="{BB962C8B-B14F-4D97-AF65-F5344CB8AC3E}">
        <p14:creationId xmlns:p14="http://schemas.microsoft.com/office/powerpoint/2010/main" val="17238753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878D8-2280-4EA8-9925-EDFE9697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쓰기 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108DA-7497-444C-8F00-EA2BB083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댓글은 이 문장으로 시작해요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F77DD-3096-4C59-AA21-AB66D303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1"/>
          </a:solidFill>
          <a:ln xmlns:a="http://schemas.openxmlformats.org/drawingml/2006/main" w="0">
            <a:solidFill>
              <a:srgbClr val="CA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005DB-D572-443D-AF82-3CE590CD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9906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4F7F3"/>
          </a:solidFill>
          <a:ln xmlns:a="http://schemas.openxmlformats.org/drawingml/2006/main" w="9525">
            <a:solidFill>
              <a:srgbClr val="CA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1609F-0764-4D52-8B5A-294475FD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나는 __________ 라고 생각해요.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2E325-3354-4AD8-BF4C-C7065F64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38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왜냐하면 __________ 때문이에요.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7938B-9BEC-481C-B52E-8FF14CE7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29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마지막에는 더 좋은 방법이나 바라는 점을 한 문장으로 써요.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92D67-2BCC-4793-9F79-2F375ABC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43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B7A"/>
                </a:solidFill>
                <a:latin typeface="Arial"/>
                <a:ea typeface="Arial"/>
                <a:cs typeface="Arial"/>
              </a:rPr>
              <a:t>초등용 댓글 쓰기 | 5</a:t>
            </a:r>
          </a:p>
        </p:txBody>
      </p:sp>
    </p:spTree>
    <p:extLst>
      <p:ext uri="{BB962C8B-B14F-4D97-AF65-F5344CB8AC3E}">
        <p14:creationId xmlns:p14="http://schemas.microsoft.com/office/powerpoint/2010/main" val="19037630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88B83-3FEF-4EAD-9FD5-41D1E8CF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예시 보기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F9CC0-6819-4B49-8537-23768C37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좋은 댓글은 이렇게 달라요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4BDCF-A4C2-41D6-BC44-DF886C71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1"/>
          </a:solidFill>
          <a:ln xmlns:a="http://schemas.openxmlformats.org/drawingml/2006/main" w="0">
            <a:solidFill>
              <a:srgbClr val="CA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F00E7-01C9-4155-A8A0-79E283C3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4667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E9DF"/>
          </a:solidFill>
          <a:ln xmlns:a="http://schemas.openxmlformats.org/drawingml/2006/main" w="9525">
            <a:solidFill>
              <a:srgbClr val="CA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5E7FE-7F7B-480D-B7B2-0EE5FE47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0750"/>
            <a:ext cx="4667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8E8"/>
          </a:solidFill>
          <a:ln xmlns:a="http://schemas.openxmlformats.org/drawingml/2006/main" w="9525">
            <a:solidFill>
              <a:srgbClr val="CA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D55A3-C98E-4321-800E-A67EA8DE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52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아쉬운 댓글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BE792-5B83-4886-9C23-8F001BBF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1470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그건 싫어요.</a:t>
            </a:r>
          </a:p>
          <a:p xmlns:a="http://schemas.openxmlformats.org/drawingml/2006/main">
            <a:pPr>
              <a:defRPr sz="240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그냥 하지 마세요.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34BC9-3FA8-42D7-9FCD-2865D2B7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B7A"/>
                </a:solidFill>
                <a:latin typeface="Arial"/>
                <a:ea typeface="Arial"/>
                <a:cs typeface="Arial"/>
              </a:rPr>
              <a:t>이유가 없어서 생각을 알기 어려워요.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0668D-0EE6-4A4D-B90F-B8978517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좋은 댓글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A9032-663F-4F43-AAFF-E9CE5D2D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0400"/>
            <a:ext cx="3905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6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나는 더 천천히 정해야 한다고 생각해요.</a:t>
            </a:r>
          </a:p>
          <a:p xmlns:a="http://schemas.openxmlformats.org/drawingml/2006/main">
            <a:pPr>
              <a:defRPr sz="19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기사에서 걱정하는 사람이 많았기 때문이에요.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48935-4949-4300-AA55-22C4AFA8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720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B7A"/>
                </a:solidFill>
                <a:latin typeface="Arial"/>
                <a:ea typeface="Arial"/>
                <a:cs typeface="Arial"/>
              </a:rPr>
              <a:t>내 생각과 이유가 함께 보여요.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AA64F-4B84-4423-A2E5-60FD402E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43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B7A"/>
                </a:solidFill>
                <a:latin typeface="Arial"/>
                <a:ea typeface="Arial"/>
                <a:cs typeface="Arial"/>
              </a:rPr>
              <a:t>초등용 댓글 쓰기 | 6</a:t>
            </a:r>
          </a:p>
        </p:txBody>
      </p:sp>
    </p:spTree>
    <p:extLst>
      <p:ext uri="{BB962C8B-B14F-4D97-AF65-F5344CB8AC3E}">
        <p14:creationId xmlns:p14="http://schemas.microsoft.com/office/powerpoint/2010/main" val="8069829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B2B6B-DFC0-49C3-8F88-7E7B23CA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549BF-DAA8-443F-BE7D-1F5E3D37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선생님은 네 가지를 볼 거예요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ED5EF-6772-4542-9D4E-C258A995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1"/>
          </a:solidFill>
          <a:ln xmlns:a="http://schemas.openxmlformats.org/drawingml/2006/main" w="0">
            <a:solidFill>
              <a:srgbClr val="CA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641F4-8863-4FF3-9806-C60EDA1C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81250"/>
            <a:ext cx="400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A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FC3FE-FD3F-4C8F-A3BC-BC028903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908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기사 이해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A2E8D-5ED5-4785-A87F-0079358D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2033"/>
                </a:solidFill>
                <a:latin typeface="Arial"/>
                <a:ea typeface="Arial"/>
                <a:cs typeface="Arial"/>
              </a:rPr>
              <a:t>무슨 내용인지 아는가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5443A-7AD1-48B7-A4D9-281E324A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00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7F3"/>
          </a:solidFill>
          <a:ln xmlns:a="http://schemas.openxmlformats.org/drawingml/2006/main" w="9525">
            <a:solidFill>
              <a:srgbClr val="CA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0D04C-3A19-46C2-93B3-D44FC04D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08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내 생각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3BA82-AF2C-43F2-B41D-CF634CAF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48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2033"/>
                </a:solidFill>
                <a:latin typeface="Arial"/>
                <a:ea typeface="Arial"/>
                <a:cs typeface="Arial"/>
              </a:rPr>
              <a:t>내 의견이 보이는가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7D352-7AC2-4D31-B118-4EEFF0A9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400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A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B9D46-5AF9-462A-9351-81A8FCEA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1C891-9CDF-4DB5-8706-06718311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2033"/>
                </a:solidFill>
                <a:latin typeface="Arial"/>
                <a:ea typeface="Arial"/>
                <a:cs typeface="Arial"/>
              </a:rPr>
              <a:t>왜 그렇게 생각하는지 썼는가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1F03C-9A44-424C-9EC5-A78E9FDE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00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7F3"/>
          </a:solidFill>
          <a:ln xmlns:a="http://schemas.openxmlformats.org/drawingml/2006/main" w="9525">
            <a:solidFill>
              <a:srgbClr val="CA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0B300-6ADA-4C09-997A-8D32CC6F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053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바른 표현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C5D38-AEEF-4AAF-8570-BCA3F819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625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2033"/>
                </a:solidFill>
                <a:latin typeface="Arial"/>
                <a:ea typeface="Arial"/>
                <a:cs typeface="Arial"/>
              </a:rPr>
              <a:t>예의 있고 정확하게 썼는가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0B059-F8D2-479A-9064-2CF6F144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길게 쓰는 것보다, 생각과 이유가 잘 이어지는 것이 중요해요.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D829E-8330-4D8D-92B8-8ACAF249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43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B7A"/>
                </a:solidFill>
                <a:latin typeface="Arial"/>
                <a:ea typeface="Arial"/>
                <a:cs typeface="Arial"/>
              </a:rPr>
              <a:t>초등용 댓글 쓰기 | 7</a:t>
            </a:r>
          </a:p>
        </p:txBody>
      </p:sp>
    </p:spTree>
    <p:extLst>
      <p:ext uri="{BB962C8B-B14F-4D97-AF65-F5344CB8AC3E}">
        <p14:creationId xmlns:p14="http://schemas.microsoft.com/office/powerpoint/2010/main" val="5495615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CD85E-8D4C-4C67-A142-19D7BD23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마지막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BAF08-9D44-45EA-9DB1-F73DA6A6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내 댓글을 보내기 전에 확인해요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EB44E-3CB8-4A1C-A0EA-74DF8A06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1"/>
          </a:solidFill>
          <a:ln xmlns:a="http://schemas.openxmlformats.org/drawingml/2006/main" w="0">
            <a:solidFill>
              <a:srgbClr val="CA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0617B-02F0-44E3-9C6E-50689B80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CF074-D115-4C53-A0E6-5339752C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955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기사 내용을 보고 썼나요?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DC87A-439F-49AA-AB83-56EBE8AF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99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EE6AD-678A-42B2-96BB-F383D0F3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3847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내 생각이 한 문장으로 보이나요?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D8CB9-4C3D-4CFE-83F1-BF4DA5E3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5AB42-F400-4137-BFE2-5FFA0176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왜 그렇게 생각하는지 썼나요?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F7234-A725-485F-822E-002EEF7C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3E576-0070-49A1-AD73-838AB32B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2437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친절하고 예쁜 말로 썼나요?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8337b9424477a"/>
          <a:srcRect xmlns:a="http://schemas.openxmlformats.org/drawingml/2006/main" l="20000" t="0" r="2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2781300"/>
            <a:ext cx="1428750" cy="23812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F045A-FAA3-4AAA-9CEA-A898E465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다 확인했다면, 이제 멋진 댓글을 완성해요!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F6FEC-B281-45BD-BA5D-29AF5F8D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43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B7A"/>
                </a:solidFill>
                <a:latin typeface="Arial"/>
                <a:ea typeface="Arial"/>
                <a:cs typeface="Arial"/>
              </a:rPr>
              <a:t>초등용 댓글 쓰기 | 8</a:t>
            </a:r>
          </a:p>
        </p:txBody>
      </p:sp>
    </p:spTree>
    <p:extLst>
      <p:ext uri="{BB962C8B-B14F-4D97-AF65-F5344CB8AC3E}">
        <p14:creationId xmlns:p14="http://schemas.microsoft.com/office/powerpoint/2010/main" val="1882355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2026-08-20T22:35:29.1440000Z</dcterms:created>
  <dcterms:modified xsi:type="dcterms:W3CDTF">2026-08-20T22:35:29.1440000Z</dcterms:modified>
</coreProperties>
</file>