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79c0a48604340" /><Relationship Type="http://schemas.openxmlformats.org/officeDocument/2006/relationships/extended-properties" Target="/docProps/app.xml" Id="R756e24a891a842a5" /><Relationship Type="http://schemas.openxmlformats.org/officeDocument/2006/relationships/officeDocument" Target="/ppt/presentation.xml" Id="R1bfa966323d2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c7f88987b7457c"/>
  </p:sldMasterIdLst>
  <p:notesMasterIdLst>
    <p:notesMasterId xmlns:r="http://schemas.openxmlformats.org/officeDocument/2006/relationships" r:id="Ra13bd0af3118492c"/>
  </p:notesMasterIdLst>
  <p:sldIdLst>
    <p:sldId xmlns:r="http://schemas.openxmlformats.org/officeDocument/2006/relationships" id="256" r:id="Re5df97e2c9de41bd"/>
    <p:sldId xmlns:r="http://schemas.openxmlformats.org/officeDocument/2006/relationships" id="257" r:id="R9264bfbe42a747a3"/>
    <p:sldId xmlns:r="http://schemas.openxmlformats.org/officeDocument/2006/relationships" id="258" r:id="Rd2a0afad7ae24dd6"/>
    <p:sldId xmlns:r="http://schemas.openxmlformats.org/officeDocument/2006/relationships" id="259" r:id="R9fb85b7d312b474d"/>
    <p:sldId xmlns:r="http://schemas.openxmlformats.org/officeDocument/2006/relationships" id="260" r:id="R21cb0581c8fc4df5"/>
    <p:sldId xmlns:r="http://schemas.openxmlformats.org/officeDocument/2006/relationships" id="261" r:id="R614abd3c30a243a6"/>
    <p:sldId xmlns:r="http://schemas.openxmlformats.org/officeDocument/2006/relationships" id="262" r:id="R30133e2169194b9b"/>
    <p:sldId xmlns:r="http://schemas.openxmlformats.org/officeDocument/2006/relationships" id="263" r:id="R9dc2d4f199354d42"/>
    <p:sldId xmlns:r="http://schemas.openxmlformats.org/officeDocument/2006/relationships" id="264" r:id="Ra82306a031394f2f"/>
    <p:sldId xmlns:r="http://schemas.openxmlformats.org/officeDocument/2006/relationships" id="265" r:id="R23af90ec7b5c48e9"/>
    <p:sldId xmlns:r="http://schemas.openxmlformats.org/officeDocument/2006/relationships" id="266" r:id="R89ede0b79619451b"/>
    <p:sldId xmlns:r="http://schemas.openxmlformats.org/officeDocument/2006/relationships" id="267" r:id="R6f154e1029a04b50"/>
    <p:sldId xmlns:r="http://schemas.openxmlformats.org/officeDocument/2006/relationships" id="268" r:id="Re5743a3ca34b47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2e631d191433a" /><Relationship Type="http://schemas.openxmlformats.org/officeDocument/2006/relationships/slideMaster" Target="/ppt/slideMasters/slideMaster1.xml" Id="Rffc7f88987b7457c" /><Relationship Type="http://schemas.openxmlformats.org/officeDocument/2006/relationships/notesMaster" Target="/ppt/notesMasters/notesMaster1.xml" Id="Ra13bd0af3118492c" /><Relationship Type="http://schemas.openxmlformats.org/officeDocument/2006/relationships/presProps" Target="/ppt/presProps.xml" Id="Rc6e7037c803245d5" /><Relationship Type="http://schemas.openxmlformats.org/officeDocument/2006/relationships/tableStyles" Target="/ppt/tableStyles.xml" Id="R92b6f195c2cb4fed" /><Relationship Type="http://schemas.openxmlformats.org/officeDocument/2006/relationships/slide" Target="/ppt/slides/slide1.xml" Id="Re5df97e2c9de41bd" /><Relationship Type="http://schemas.openxmlformats.org/officeDocument/2006/relationships/slide" Target="/ppt/slides/slide2.xml" Id="R9264bfbe42a747a3" /><Relationship Type="http://schemas.openxmlformats.org/officeDocument/2006/relationships/slide" Target="/ppt/slides/slide3.xml" Id="Rd2a0afad7ae24dd6" /><Relationship Type="http://schemas.openxmlformats.org/officeDocument/2006/relationships/slide" Target="/ppt/slides/slide4.xml" Id="R9fb85b7d312b474d" /><Relationship Type="http://schemas.openxmlformats.org/officeDocument/2006/relationships/slide" Target="/ppt/slides/slide5.xml" Id="R21cb0581c8fc4df5" /><Relationship Type="http://schemas.openxmlformats.org/officeDocument/2006/relationships/slide" Target="/ppt/slides/slide6.xml" Id="R614abd3c30a243a6" /><Relationship Type="http://schemas.openxmlformats.org/officeDocument/2006/relationships/slide" Target="/ppt/slides/slide7.xml" Id="R30133e2169194b9b" /><Relationship Type="http://schemas.openxmlformats.org/officeDocument/2006/relationships/slide" Target="/ppt/slides/slide8.xml" Id="R9dc2d4f199354d42" /><Relationship Type="http://schemas.openxmlformats.org/officeDocument/2006/relationships/slide" Target="/ppt/slides/slide9.xml" Id="Ra82306a031394f2f" /><Relationship Type="http://schemas.openxmlformats.org/officeDocument/2006/relationships/slide" Target="/ppt/slides/slide10.xml" Id="R23af90ec7b5c48e9" /><Relationship Type="http://schemas.openxmlformats.org/officeDocument/2006/relationships/slide" Target="/ppt/slides/slide11.xml" Id="R89ede0b79619451b" /><Relationship Type="http://schemas.openxmlformats.org/officeDocument/2006/relationships/slide" Target="/ppt/slides/slide12.xml" Id="R6f154e1029a04b50" /><Relationship Type="http://schemas.openxmlformats.org/officeDocument/2006/relationships/slide" Target="/ppt/slides/slide13.xml" Id="Re5743a3ca34b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96131474647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4318cbd43045c4" /><Relationship Type="http://schemas.openxmlformats.org/officeDocument/2006/relationships/notesMaster" Target="/ppt/notesMasters/notesMaster1.xml" Id="R3d4eb4a9cad4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b45bc982dd4fe3" /><Relationship Type="http://schemas.openxmlformats.org/officeDocument/2006/relationships/notesMaster" Target="/ppt/notesMasters/notesMaster1.xml" Id="Rd0c06b6c57b441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826434bcb4325" /><Relationship Type="http://schemas.openxmlformats.org/officeDocument/2006/relationships/notesMaster" Target="/ppt/notesMasters/notesMaster1.xml" Id="R41dbf9c681f4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71feda17d741d0" /><Relationship Type="http://schemas.openxmlformats.org/officeDocument/2006/relationships/notesMaster" Target="/ppt/notesMasters/notesMaster1.xml" Id="R160c08e98f3a49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e9890605c046e0" /><Relationship Type="http://schemas.openxmlformats.org/officeDocument/2006/relationships/notesMaster" Target="/ppt/notesMasters/notesMaster1.xml" Id="R1d5efcb2836e41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73118d27f24666" /><Relationship Type="http://schemas.openxmlformats.org/officeDocument/2006/relationships/notesMaster" Target="/ppt/notesMasters/notesMaster1.xml" Id="Rb3832ba3a18048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56241b255414e" /><Relationship Type="http://schemas.openxmlformats.org/officeDocument/2006/relationships/notesMaster" Target="/ppt/notesMasters/notesMaster1.xml" Id="R923d5c3e92b945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54b8845d384fcb" /><Relationship Type="http://schemas.openxmlformats.org/officeDocument/2006/relationships/notesMaster" Target="/ppt/notesMasters/notesMaster1.xml" Id="R053c013098dd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ca82824eb04bce" /><Relationship Type="http://schemas.openxmlformats.org/officeDocument/2006/relationships/notesMaster" Target="/ppt/notesMasters/notesMaster1.xml" Id="R8c897c38f09b44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6120ac20e4bd1" /><Relationship Type="http://schemas.openxmlformats.org/officeDocument/2006/relationships/notesMaster" Target="/ppt/notesMasters/notesMaster1.xml" Id="Rbcef68853dec46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5c3de5b0664694" /><Relationship Type="http://schemas.openxmlformats.org/officeDocument/2006/relationships/notesMaster" Target="/ppt/notesMasters/notesMaster1.xml" Id="R77605183ce6c41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d21ae846854516" /><Relationship Type="http://schemas.openxmlformats.org/officeDocument/2006/relationships/notesMaster" Target="/ppt/notesMasters/notesMaster1.xml" Id="Rdd2b8ca5ee3a47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2233caa16b4676" /><Relationship Type="http://schemas.openxmlformats.org/officeDocument/2006/relationships/notesMaster" Target="/ppt/notesMasters/notesMaster1.xml" Id="R000e20300c5349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얘들아, 댓글은 짧게 쓰는 글이지만 아무 말이나 쓰는 곳은 아니에요.</a:t>
            </a:r>
          </a:p>
          <a:p xmlns:a="http://schemas.openxmlformats.org/drawingml/2006/main">
            <a:r>
              <a:t>좋은 댓글은 내 생각이 보이고, 왜 그렇게 생각했는지도 보여야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자, '재미없어요', '싫어요'만 쓰면 좋은 글일까요? 아니죠.</a:t>
            </a:r>
          </a:p>
          <a:p xmlns:a="http://schemas.openxmlformats.org/drawingml/2006/main">
            <a:r>
              <a:t>왜냐하면 내 생각은 보일 수 있지만, 이유가 없어서 읽는 사람이 납득하기 어렵습니다.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기사는 아무 일이나 쓰는 글이 아니에요. 우리 사회에서 중요하니까 기사로 나오는 거예요.</a:t>
            </a:r>
          </a:p>
          <a:p xmlns:a="http://schemas.openxmlformats.org/drawingml/2006/main">
            <a:r>
              <a:t>그래서 '무슨 일이 있었지?', '누가 관련되어 있지?', '왜 중요한 일이지?'를 먼저 찾아야 합니다.</a:t>
            </a:r>
          </a:p>
          <a:p xmlns:a="http://schemas.openxmlformats.org/drawingml/2006/main">
            <a:r>
              <a:t>그리고 기사 안에 있는 내용이 사실인지, 쓴 사람의 의견인지도 구분해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의견의 방향을 정해야 해요. 기사와 같이 생각할 수도 있고, 다르게 생각할 수도 있어요.</a:t>
            </a:r>
          </a:p>
          <a:p xmlns:a="http://schemas.openxmlformats.org/drawingml/2006/main">
            <a:r>
              <a:t>중요한 건 '왜 그렇게 생각했는지'를 기사에서 찾은 내용과 연결하는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이렇게 써야 합니다. '나는 무엇이라고 생각해요.' 그리고 '왜냐하면 무엇 때문이에요.'</a:t>
            </a:r>
          </a:p>
          <a:p xmlns:a="http://schemas.openxmlformats.org/drawingml/2006/main">
            <a:r>
              <a:t>두 가지가 완성되어야 수행평가에서 의견이 드러난 글로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신문기사 댓글은 그냥 떠오르는 말을 바로 쓰는 것이 아니에요.</a:t>
            </a:r>
          </a:p>
          <a:p xmlns:a="http://schemas.openxmlformats.org/drawingml/2006/main">
            <a:r>
              <a:t>먼저 기사를 확인하고, 중요한 내용을 찾고, 내 생각의 방향을 정합니다.</a:t>
            </a:r>
          </a:p>
          <a:p xmlns:a="http://schemas.openxmlformats.org/drawingml/2006/main">
            <a:r>
              <a:t>그다음 이유를 붙이고, 마지막에는 예절에 맞는 표현인지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어려운 친구들은 이 문장 공식을 그대로 사용해도 됩니다.</a:t>
            </a:r>
          </a:p>
          <a:p xmlns:a="http://schemas.openxmlformats.org/drawingml/2006/main">
            <a:r>
              <a:t>기사 내용, 내 생각, 이유, 존중 표현이 들어가면 댓글이 단순한 감상이 아니라 바른 의견 글이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평가에서는 내용만 보는 것이 아니에요. 존중하는 표현도 평가합니다.</a:t>
            </a:r>
          </a:p>
          <a:p xmlns:a="http://schemas.openxmlformats.org/drawingml/2006/main">
            <a:r>
              <a:t>다른 의견을 말할 수 있지만, 비난하거나 놀리는 말로 쓰면 좋은 댓글이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짧게 '싫어요'라고 쓰면 노력요함입니다. 왜 그런지 알 수 없기 때문이에요.</a:t>
            </a:r>
          </a:p>
          <a:p xmlns:a="http://schemas.openxmlformats.org/drawingml/2006/main">
            <a:r>
              <a:t>반대로 '나는 천천히 정해야 한다고 생각합니다. 왜냐하면 기사에서 걱정하는 사람이 많다고 했기 때문입니다.'처럼 쓰면 의견과 이유가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기준을 잘 들어야 합니다. 문제를 읽고 푸는 것처럼, 수행평가도 기준을 알고 해야 해요.</a:t>
            </a:r>
          </a:p>
          <a:p xmlns:a="http://schemas.openxmlformats.org/drawingml/2006/main">
            <a:r>
              <a:t>기사 내용과 관련이 있어야 하고, 정확하게 이해해야 하고, 내 생각과 이유가 있어야 하고, 존중하는 표현을 써야 매우잘함입니다.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QR로 들어가서 피드 또는 수행평가 페이지를 찾습니다.</a:t>
            </a:r>
          </a:p>
          <a:p xmlns:a="http://schemas.openxmlformats.org/drawingml/2006/main">
            <a:r>
              <a:t>이름을 찾아서 제출하도록 하면 학번을 잘못 써도 확인하기 쉽습니다.</a:t>
            </a:r>
          </a:p>
          <a:p xmlns:a="http://schemas.openxmlformats.org/drawingml/2006/main">
            <a:r>
              <a:t>평가 기준을 듣기 전에 쓴 내용은 다시 제출하게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제출하기 전에 10초만 확인하게 합니다.</a:t>
            </a:r>
          </a:p>
          <a:p xmlns:a="http://schemas.openxmlformats.org/drawingml/2006/main">
            <a:r>
              <a:t>특히 '내 의견'과 '왜냐하면'이 빠졌는지 확인하도록 말해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다시 강조합니다. 좋은 댓글은 반응이 아니라 생각을 책임 있게 보여 주는 글입니다.</a:t>
            </a:r>
          </a:p>
          <a:p xmlns:a="http://schemas.openxmlformats.org/drawingml/2006/main">
            <a:r>
              <a:t>학생들이 문장 틀을 보고 바로 제출할 수 있도록 마무리합니다.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1da2ece01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5c82a39084fde" /><Relationship Type="http://schemas.openxmlformats.org/officeDocument/2006/relationships/slideLayout" Target="/ppt/slideLayouts/slideLayout1.xml" Id="R50a03430d15340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a03430d15340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bd06b5a82495c" /><Relationship Type="http://schemas.openxmlformats.org/officeDocument/2006/relationships/image" Target="/ppt/media/image.png" Id="R5d68af116d7c48cd" /><Relationship Type="http://schemas.openxmlformats.org/officeDocument/2006/relationships/notesSlide" Target="/ppt/notesSlides/notesSlide1.xml" Id="R25931096cfa0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5b67e30b4263" /><Relationship Type="http://schemas.openxmlformats.org/officeDocument/2006/relationships/notesSlide" Target="/ppt/notesSlides/notesSlide2.xml" Id="R36bcc5a134bc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08c8247104033" /><Relationship Type="http://schemas.openxmlformats.org/officeDocument/2006/relationships/notesSlide" Target="/ppt/notesSlides/notesSlide3.xml" Id="Ra71080841c0f4c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c7161177648d7" /><Relationship Type="http://schemas.openxmlformats.org/officeDocument/2006/relationships/notesSlide" Target="/ppt/notesSlides/notesSlide4.xml" Id="Rf4080331da8048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979391fbb47d7" /><Relationship Type="http://schemas.openxmlformats.org/officeDocument/2006/relationships/notesSlide" Target="/ppt/notesSlides/notesSlide5.xml" Id="R4d9426904de5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1fa6305ea482b" /><Relationship Type="http://schemas.openxmlformats.org/officeDocument/2006/relationships/notesSlide" Target="/ppt/notesSlides/notesSlide6.xml" Id="Rdcbf57489048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116d90b04d27" /><Relationship Type="http://schemas.openxmlformats.org/officeDocument/2006/relationships/notesSlide" Target="/ppt/notesSlides/notesSlide7.xml" Id="R7703b16938ed4d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46c7a3f8843ea" /><Relationship Type="http://schemas.openxmlformats.org/officeDocument/2006/relationships/notesSlide" Target="/ppt/notesSlides/notesSlide8.xml" Id="R4b029705d8d94d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6330d53964e3c" /><Relationship Type="http://schemas.openxmlformats.org/officeDocument/2006/relationships/notesSlide" Target="/ppt/notesSlides/notesSlide9.xml" Id="R1599d7208c39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e40df66984576" /><Relationship Type="http://schemas.openxmlformats.org/officeDocument/2006/relationships/notesSlide" Target="/ppt/notesSlides/notesSlide10.xml" Id="Rdf05f5e3d0b44a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8b46097c4f79" /><Relationship Type="http://schemas.openxmlformats.org/officeDocument/2006/relationships/notesSlide" Target="/ppt/notesSlides/notesSlide11.xml" Id="R183758a6c7c7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a277b8c443de" /><Relationship Type="http://schemas.openxmlformats.org/officeDocument/2006/relationships/notesSlide" Target="/ppt/notesSlides/notesSlide12.xml" Id="Ra3f6308bf21a45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8fff95daa461a" /><Relationship Type="http://schemas.openxmlformats.org/officeDocument/2006/relationships/notesSlide" Target="/ppt/notesSlides/notesSlide13.xml" Id="R4b4b9fc8425e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4D354-E7E1-4029-B40D-F8280B8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381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댓글은 짧아도</a:t>
            </a:r>
          </a:p>
          <a:p xmlns:a="http://schemas.openxmlformats.org/drawingml/2006/main">
            <a:pPr>
              <a:defRPr sz="42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생각이 보여야 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F333B-52E8-4E9D-88E8-C20EAF8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신문기사 읽기 → 내 의견 정하기 → 이유 쓰기 → 예절 지키기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1B203-080A-4FCD-A6E1-60A792EB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47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63192-77F8-4DE6-8CE7-42DA89D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51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오늘 목표: 그냥 느낌을 쓰는 댓글이 아니라, 기사와 연결된 의견 글을 제출합니다.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8af116d7c48cd"/>
          <a:srcRect xmlns:a="http://schemas.openxmlformats.org/drawingml/2006/main" l="15217" t="0" r="15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838200"/>
            <a:ext cx="3048000" cy="43815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3874482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DE712-5837-4735-94E9-2E2A1CA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글쓰기의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347C-31FD-4C17-B0B2-61114DB6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생각과 이유가 없으면 좋은 글일까요?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A48BC-E53D-4FA9-AAF7-443FFE19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9E31E-AFB4-4694-BC7D-337D99D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395E0-9015-46ED-91A0-F9EBBEC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68AB-3BC8-46FE-A796-433BC6B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아니에요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B479-B65D-4300-887D-C5C4E701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13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재미없어요.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1ED68-DADB-4267-987D-A2D66B0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왜 그렇게 생각하는지 알 수 없어요.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0A8D7-2EB6-4AB7-8A94-71F64B2E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E317-574E-438C-B3E7-CF6BA9D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2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___라고 생각해요.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___이기 때문이에요.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E3E3C-3CE5-46F3-A532-E998CAA8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이유가 함께 보여요.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05692-6EA8-4511-BED7-DB6E837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평가에서는 긴 글보다 ‘생각 + 이유’가 보이는 글을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2B36D-4992-4672-8205-7B635C32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2</a:t>
            </a:r>
          </a:p>
        </p:txBody>
      </p:sp>
    </p:spTree>
    <p:extLst>
      <p:ext uri="{BB962C8B-B14F-4D97-AF65-F5344CB8AC3E}">
        <p14:creationId xmlns:p14="http://schemas.microsoft.com/office/powerpoint/2010/main" val="18825590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65A27-3D75-44C7-99BA-7306EEBD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1단계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413AD-0B0B-45F3-A258-A8240FD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먼저 기사에서 중요한 내용을 찾아요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30A1B-ED23-4F2E-8FAD-D103000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04E98-F105-4891-88CD-D86D7D4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6FA9-FCC7-408D-B7F9-E0686B9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무슨 일이 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4837D-E14F-43D0-8A48-B0212BA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핵심 사건을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DF378-1C1B-49E4-A85D-A4EF8193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C36A1-57C4-4AD1-B484-1891636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누가 관련되어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ED3CD-692F-4274-A8D7-44F32802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사람, 기관, 지역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95FF0-4AF3-4679-82AA-780F21D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4665F-A8E0-4492-B6F9-CB3A7353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왜 중요할까요?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6E376-7FA6-4034-88EB-72A321B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우리 사회와 어떤 관련이 있는지 생각하기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9D023-5A5B-4264-B9D1-5E04A00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8D7A7-9256-4D15-8F64-B7E09D62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사실인가요, 의견인가요?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1FF66-1EE1-4E46-8A59-8E322DB1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기자가 전한 사실과 주장 구분하기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A764D-AC85-48EB-99DF-0469862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3</a:t>
            </a:r>
          </a:p>
        </p:txBody>
      </p:sp>
    </p:spTree>
    <p:extLst>
      <p:ext uri="{BB962C8B-B14F-4D97-AF65-F5344CB8AC3E}">
        <p14:creationId xmlns:p14="http://schemas.microsoft.com/office/powerpoint/2010/main" val="11649209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29F4A-5AEC-4CCE-854F-C04292A7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2단계 생각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10E8-916D-4D1D-9B6A-0CA05D0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의견의 방향을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6BA0D-523E-4FBE-804B-81626575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008D2-301E-43AA-93E4-6CF5E15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B0CE1-67F0-4EB8-B4AD-B3FC0BD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1430">
            <a:solidFill>
              <a:srgbClr val="B8D8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62058-E962-4AD0-97A6-322AEE6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EFC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04130-418C-4F5B-AEF6-619287B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같이 생각해요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130EE-8D33-4B59-8BAF-64B7768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같은 의견이에요.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BD6FC-8D3A-4503-90E8-18259CE0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다르게 생각해요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786C2-74C2-4177-A5EA-198573A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다른 의견이에요.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97A3B-9B41-4226-84B3-78A8E383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더 생각해요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B3478-E2B7-4372-9B02-6EF03E0B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바로 정하기보다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조금 더 살펴봐요.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B688A-AD3D-44E9-B1EC-0DDB3EA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의견은 정답 맞히기가 아니라, 기사 내용을 바탕으로 내 방향을 세우는 일입니다.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C136F-1153-4BCE-897C-DB56F4ED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4</a:t>
            </a:r>
          </a:p>
        </p:txBody>
      </p:sp>
    </p:spTree>
    <p:extLst>
      <p:ext uri="{BB962C8B-B14F-4D97-AF65-F5344CB8AC3E}">
        <p14:creationId xmlns:p14="http://schemas.microsoft.com/office/powerpoint/2010/main" val="20158798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F29C4-3765-49E3-BD97-41A6A13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3단계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474D5-C481-45BB-B2A4-4F758EDC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 제출은 두 문장부터 시작해요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D43B2-92AE-4121-B4BE-23AB0E8F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ADF8E-3E89-4668-9D57-94A14FB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047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9C863-0A55-4F13-84FC-10D78A1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__________________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CC3D-3265-484B-BB2F-2E756E4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047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B0EE7-3965-46BE-9766-08AA9AF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__________________ 때문이에요.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8ED2E-0FED-4D75-8FE6-72F143B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두 문장 또는 세 문장으로 써도 됩니다. 중요한 것은 의견과 이유가 함께 있는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5FD2E-CD70-45A1-8B46-DAA6854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5</a:t>
            </a:r>
          </a:p>
        </p:txBody>
      </p:sp>
    </p:spTree>
    <p:extLst>
      <p:ext uri="{BB962C8B-B14F-4D97-AF65-F5344CB8AC3E}">
        <p14:creationId xmlns:p14="http://schemas.microsoft.com/office/powerpoint/2010/main" val="4293527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FE92E-E520-436A-97DE-F1CB3ABC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바른 댓글 쓰는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D9BA-FCA4-43BF-9C76-2B8496C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신문기사 댓글은 다섯 단계로 씁니다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F037F-CD95-4B98-905A-610A3B0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0614E-6905-44D4-B52A-E519EE9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30DEA-74A1-4A44-8792-24B014B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BF3FB-0F75-4378-92AA-5998A92A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24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0AFCE-5A5C-482A-B366-03CF8F7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제목과 핵심 내용을 먼저 읽어요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CA489-8D33-4FE5-BE12-0AD5F6C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BDE63-6936-4E5D-9585-066A6E5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41B92-DD5B-4BBE-8196-A927396B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05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중요한 내용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991C3-315D-4A59-A2E3-6E1991D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3367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무슨 일, 누가, 왜 중요한지 표시해요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EB99F-22A3-4DE0-AE9D-F9AB58D0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95AAF-DECE-4307-80D0-69F96573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4BD16-1C92-48B1-9B0F-AF819C4E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 정하기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952C9-6C2F-4E98-9053-C0F4AF7B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147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같다, 다르다, 더 생각한다 중 방향을 잡아요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B39EB-B1FB-4C63-975C-8DE7E18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8B797-524C-4A83-ACF9-6DEA74F2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516B8-F5B1-4ACF-A389-73E0D08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이유 붙이기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F5816-9962-453F-B9D5-DE4FA20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9577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 속 내용이나 근거와 연결해요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3B313-4B05-4BE7-B252-A38547B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07822-BB6A-4F72-8D10-7D715612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6EB6A-CC3D-4AD2-A2A5-7CC973D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예절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32042-4181-4985-8F12-306A7DA3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768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비난 없이 존중하는 말로 고쳐요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46426-C9FF-4CE7-AAAE-130B256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바른 댓글은 빠르게 쓰는 말이 아니라, 기사에 답하는 짧은 의견 글입니다.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91E29-744B-470D-A63F-E7582B91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6</a:t>
            </a:r>
          </a:p>
        </p:txBody>
      </p:sp>
    </p:spTree>
    <p:extLst>
      <p:ext uri="{BB962C8B-B14F-4D97-AF65-F5344CB8AC3E}">
        <p14:creationId xmlns:p14="http://schemas.microsoft.com/office/powerpoint/2010/main" val="731739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AFBFB-74EE-4A5F-89E8-500679B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바른 댓글 문장 공식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2D853-7FEC-41A3-BEA5-3BC0FCA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내용 + 내 생각 + 이유 + 존중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A2B74-E912-4A0A-B497-852716B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F4F3-325F-49B0-8B9B-1535E05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2B67B-330D-4966-968C-55DF448B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기사 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0C3F-05B8-4EA5-A33F-E9B35D0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이 기사에서는 ______ 문제를 다루고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04612-22DC-4A44-B995-F2C8ED6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50828-FD56-4D8F-A5CE-05341A68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9B60E-CFE7-45CF-95F9-FAEBF280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 라고 생각합니다.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1DF56-B9EB-4F7E-BC92-8FFE0A0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5421F-76B3-4D4E-8C4E-DF2704C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FB709-B85C-4AAA-88C2-2B07CF2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기사에서 ______ 라고 했기 때문입니다.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5E6FC-B908-4D7F-9C65-9C08B44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ABF9E-B405-4ED5-BAB8-6C2EA4F8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존중 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77892-B6A4-4244-8BF2-149F3BC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다른 의견도 있을 수 있지만, ______ 하면 좋겠습니다.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782B-F473-457C-9E7E-17614FD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문장 네 개를 모두 써야 하는 것은 아니지만, 네 가지가 보이면 좋은 댓글이 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DBEF2-D7B4-4B73-9A6B-A796E560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7</a:t>
            </a:r>
          </a:p>
        </p:txBody>
      </p:sp>
    </p:spTree>
    <p:extLst>
      <p:ext uri="{BB962C8B-B14F-4D97-AF65-F5344CB8AC3E}">
        <p14:creationId xmlns:p14="http://schemas.microsoft.com/office/powerpoint/2010/main" val="9327511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E4CC8-963A-40E1-BD43-D4BAA3BA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댓글 예절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E1C7-1999-481F-86A7-511A822A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의견을 써도 말은 존중해야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25D6E-CDA9-4A90-B0D0-08817AF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18629-478B-43FA-A868-5C67D1B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FF9DA-9763-4D8F-B566-BD2BBE77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6F8A4-5CC1-4759-AB5C-4131EFA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피해야 해요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8B727-5554-4424-8E9C-4C1E379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비난하거나 놀리는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확인하지 않은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친구 이름을 넣어 장난치는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화난 느낌만 쓰는 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C349D-3DC8-413E-8718-A0E77638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8915-1610-4CF2-81F6-4566AA3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저는 ___라고 생각합니다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기사에서 ___라고 했기 때문입니다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다른 생각도 있을 수 있습니다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함께 해결 방법을 찾아야 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EB438-2F65-422F-9C1E-60CC73F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댓글은 내 생각을 남기는 글이지만, 다른 사람이 읽는 공적인 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F7A1-59B6-479E-BDC1-822C2AA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8</a:t>
            </a:r>
          </a:p>
        </p:txBody>
      </p:sp>
    </p:spTree>
    <p:extLst>
      <p:ext uri="{BB962C8B-B14F-4D97-AF65-F5344CB8AC3E}">
        <p14:creationId xmlns:p14="http://schemas.microsoft.com/office/powerpoint/2010/main" val="348218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3B22C-2609-46C5-B09D-8E519C6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예시로 확인하기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80DCA-6676-48EB-BF25-D10F271B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노력요함과 매우잘함은 무엇이 다를까요?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8616-E0E7-41EF-857B-7BCD306B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E9242-6098-4A07-ABBE-8A14E10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DFC2C-6C80-43A1-97D5-5C01A44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55CF0-67A7-4EC2-87EA-C701013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노력요함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FF68-1808-40D0-B746-60D6830D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756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재미없어요.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B76BD-835A-4188-BAC0-9E34E2A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의견은 있지만 이유와 기사 근거가 부족해요.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2D534-F276-4C74-B770-49997F5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매우잘함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62373-568F-4157-BE5B-8BDA721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7180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천천히 정해야 한다고 생각합니다.</a:t>
            </a:r>
          </a:p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기사에서 걱정하는 사람이 많다고 했기 때문입니다.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20151-0C07-474F-B80D-D57A501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의견, 이유, 기사 내용이 연결되어 있어요.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A1C74-6EF2-45C3-ABF2-A5CDC177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9</a:t>
            </a:r>
          </a:p>
        </p:txBody>
      </p:sp>
    </p:spTree>
    <p:extLst>
      <p:ext uri="{BB962C8B-B14F-4D97-AF65-F5344CB8AC3E}">
        <p14:creationId xmlns:p14="http://schemas.microsoft.com/office/powerpoint/2010/main" val="19934184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C65D2-1BB3-4B1B-B065-0C25010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기준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B6C58-6F11-433F-B6F3-AD22E5E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매우잘함은 네 가지가 모두 보여야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D8084-3981-4D12-85C0-E644A940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386E6-3E71-4604-8CA7-96BD86E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C69EA-7A22-4793-844F-4698CB4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22606-A6C8-49D7-949C-9A77B30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기사와 관련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20687-231C-4E52-8F83-0364FB1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댓글이 기사 내용과 연결되어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E83C-DFB1-48BE-90DD-B60F603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03C82-C7C6-4E62-9C9A-3BADE23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83DB5-0B50-4B6A-861C-E6688812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정확한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593F-2AAE-433B-847C-83B1557B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무슨 일이 있었는지 바르게 이해했나요?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F746D-9BFC-4373-8EC0-1BBA6D83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EBC7F-92B0-428D-9CFA-60F38380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6BB50-9B7A-4F63-A912-C07748E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생각과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7B8FD-AF2F-4EDB-B83F-3A94B135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그렇게 생각한 이유가 있나요?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5ACC2-CC30-4733-901E-94E4A0E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BF0AD-DCDF-438F-B441-7F2593E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50E4B-8170-45E2-8261-92F4A143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존중하는 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1B93B-C169-485F-9DF2-2411622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다른 사람이 읽어도 괜찮은 말인가요?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547A-9640-46FB-BB90-27F67D6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수행평가는 ‘내 마음대로 잘 쓰기’가 아니라, 평가 기준에 맞게 보여 주는 활동입니다.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790C5-AFDC-47E2-8A4A-3994825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10</a:t>
            </a:r>
          </a:p>
        </p:txBody>
      </p:sp>
    </p:spTree>
    <p:extLst>
      <p:ext uri="{BB962C8B-B14F-4D97-AF65-F5344CB8AC3E}">
        <p14:creationId xmlns:p14="http://schemas.microsoft.com/office/powerpoint/2010/main" val="19023411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1BC2C-048F-4B6B-805E-EFD702E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Notion 제출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0541A-E53D-4B42-900A-39763796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댓글이 어려우면 의견 제출부터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FE00F-6041-4203-B38D-1B66F0B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9FFD5-06A5-45DA-8FBB-3846601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C19E0-7352-41F9-A586-E4A4805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48146-D21C-4379-B8BD-0315981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QR 접속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67F32-56D6-41A9-B0D9-AA47C55F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수업 페이지로 들어가기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989A5-85CE-4553-9090-CB90499C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D289-0BA9-4819-BC4D-4D70853E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1C9BC-CAA9-484F-8CF0-9B1BD9F0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피드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A9BCB-D7F7-4DC3-B14F-13B1CED3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264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읽기 또는 수행평가 DB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CDEE1-D06E-454E-8EE5-567F011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EE185-1CAF-4079-B92A-9A4A892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7F727-414F-4A51-9F58-436A544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C718D-BADC-4E2B-852A-59DCC42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내 이름을 찾아 제출하기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54E08-87A3-49EF-94DF-0DC5433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3110C-B92D-46BC-B8AA-CB841E2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BA553-BE61-4429-AD68-3C52AD70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 제출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74C82-BF13-4D83-B30C-CB9FA5B8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이유를 두 문장 이상 쓰기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F8D25-AC68-43CB-A0FD-81004F8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먼저 쓴 내용이 평가 기준을 듣기 전이라면 다시 제출하도록 안내합니다.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922F0-29FB-4BF5-8AE3-D99AF14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11</a:t>
            </a:r>
          </a:p>
        </p:txBody>
      </p:sp>
    </p:spTree>
    <p:extLst>
      <p:ext uri="{BB962C8B-B14F-4D97-AF65-F5344CB8AC3E}">
        <p14:creationId xmlns:p14="http://schemas.microsoft.com/office/powerpoint/2010/main" val="4010140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823E9-E0AD-47C5-8842-C3E0AD65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제출 전 10초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50C97-6433-4A6B-A2AD-6341C4B8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댓글을 한 번만 더 확인해요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4B4BA-220E-414C-B342-6091ACD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96BF7-8B47-4163-A505-4ED5904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CAC2-97F7-4F0B-95F7-8CB3E03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050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기사에서 중요한 내용을 찾았나요?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45A70-C3F2-4F04-8F69-4DB7CA55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D4B6E-761F-426F-BC08-6959BC8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의견이 분명히 보이나요?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73049-6CF8-4836-80B7-7C73A827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2F59-42C8-4464-9EF0-8043ECB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385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 그렇게 생각했는지 이유를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D82F-BAE9-4B2C-A35A-497FDD6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88FB4-6E31-4130-9F74-62A05B11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052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속 내용과 연결했나요?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A8EC8-49A2-478E-BD1F-F273BDC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AAF35-06EC-42A7-8E7C-3F97ED13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존중하는 표현을 사용했나요?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46F71-A27E-4A8B-B586-AAC6923D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다섯 가지가 보이면 자신 있게 제출합니다.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D76BC-4182-435D-96FF-06475755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12</a:t>
            </a:r>
          </a:p>
        </p:txBody>
      </p:sp>
    </p:spTree>
    <p:extLst>
      <p:ext uri="{BB962C8B-B14F-4D97-AF65-F5344CB8AC3E}">
        <p14:creationId xmlns:p14="http://schemas.microsoft.com/office/powerpoint/2010/main" val="17435699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6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1E28B-2D1A-405C-87C2-05E66231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좋은 댓글은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생각을 책임 있게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보여 주는 글입니다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E62B-6DF5-4D24-9A06-32B23FE0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25D"/>
          </a:solidFill>
          <a:ln xmlns:a="http://schemas.openxmlformats.org/drawingml/2006/main" w="11430">
            <a:solidFill>
              <a:srgbClr val="4053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F5826-36A6-4680-AEA3-70581F18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나는 ___라고 생각해요. 왜냐하면 ___이기 때문이에요.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B322-118F-4EAA-83D5-3F5926B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E2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E2C8"/>
                </a:solidFill>
                <a:latin typeface="Arial"/>
                <a:ea typeface="Arial"/>
                <a:cs typeface="Arial"/>
              </a:rPr>
              <a:t>기사와 연결된 의견, 이유가 있는 글, 존중하는 표현</a:t>
            </a:r>
          </a:p>
        </p:txBody>
      </p:sp>
    </p:spTree>
    <p:extLst>
      <p:ext uri="{BB962C8B-B14F-4D97-AF65-F5344CB8AC3E}">
        <p14:creationId xmlns:p14="http://schemas.microsoft.com/office/powerpoint/2010/main" val="1789756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2026-08-21T08:00:17.8810000Z</dcterms:created>
  <dcterms:modified xsi:type="dcterms:W3CDTF">2026-08-21T08:00:17.8810000Z</dcterms:modified>
</coreProperties>
</file>