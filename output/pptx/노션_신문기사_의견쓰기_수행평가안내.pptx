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66bbebc0ab40df" /><Relationship Type="http://schemas.openxmlformats.org/officeDocument/2006/relationships/extended-properties" Target="/docProps/app.xml" Id="R8327de0c47da4f7f" /><Relationship Type="http://schemas.openxmlformats.org/officeDocument/2006/relationships/officeDocument" Target="/ppt/presentation.xml" Id="Re317f5b173934a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824ad3a8a84beb"/>
  </p:sldMasterIdLst>
  <p:notesMasterIdLst>
    <p:notesMasterId xmlns:r="http://schemas.openxmlformats.org/officeDocument/2006/relationships" r:id="R98b75a67a87d42f3"/>
  </p:notesMasterIdLst>
  <p:sldIdLst>
    <p:sldId xmlns:r="http://schemas.openxmlformats.org/officeDocument/2006/relationships" id="256" r:id="R2619b853413c4d64"/>
    <p:sldId xmlns:r="http://schemas.openxmlformats.org/officeDocument/2006/relationships" id="257" r:id="R2acf31c98ff0414d"/>
    <p:sldId xmlns:r="http://schemas.openxmlformats.org/officeDocument/2006/relationships" id="258" r:id="Re566264d2a8a44d6"/>
    <p:sldId xmlns:r="http://schemas.openxmlformats.org/officeDocument/2006/relationships" id="259" r:id="Rf41bc47c25cf4aff"/>
    <p:sldId xmlns:r="http://schemas.openxmlformats.org/officeDocument/2006/relationships" id="260" r:id="R88f400cdacb54b82"/>
    <p:sldId xmlns:r="http://schemas.openxmlformats.org/officeDocument/2006/relationships" id="261" r:id="R8a5c250af65d4783"/>
    <p:sldId xmlns:r="http://schemas.openxmlformats.org/officeDocument/2006/relationships" id="262" r:id="Rcc57576d837f4e1f"/>
    <p:sldId xmlns:r="http://schemas.openxmlformats.org/officeDocument/2006/relationships" id="263" r:id="R3d68d5f25cae4ce2"/>
    <p:sldId xmlns:r="http://schemas.openxmlformats.org/officeDocument/2006/relationships" id="264" r:id="R99b98d711c3647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4560fa9d3a4628" /><Relationship Type="http://schemas.openxmlformats.org/officeDocument/2006/relationships/slideMaster" Target="/ppt/slideMasters/slideMaster1.xml" Id="Rfa824ad3a8a84beb" /><Relationship Type="http://schemas.openxmlformats.org/officeDocument/2006/relationships/notesMaster" Target="/ppt/notesMasters/notesMaster1.xml" Id="R98b75a67a87d42f3" /><Relationship Type="http://schemas.openxmlformats.org/officeDocument/2006/relationships/presProps" Target="/ppt/presProps.xml" Id="R9f2cd1ecaf154e7d" /><Relationship Type="http://schemas.openxmlformats.org/officeDocument/2006/relationships/tableStyles" Target="/ppt/tableStyles.xml" Id="R6ea18d16411a4215" /><Relationship Type="http://schemas.openxmlformats.org/officeDocument/2006/relationships/slide" Target="/ppt/slides/slide1.xml" Id="R2619b853413c4d64" /><Relationship Type="http://schemas.openxmlformats.org/officeDocument/2006/relationships/slide" Target="/ppt/slides/slide2.xml" Id="R2acf31c98ff0414d" /><Relationship Type="http://schemas.openxmlformats.org/officeDocument/2006/relationships/slide" Target="/ppt/slides/slide3.xml" Id="Re566264d2a8a44d6" /><Relationship Type="http://schemas.openxmlformats.org/officeDocument/2006/relationships/slide" Target="/ppt/slides/slide4.xml" Id="Rf41bc47c25cf4aff" /><Relationship Type="http://schemas.openxmlformats.org/officeDocument/2006/relationships/slide" Target="/ppt/slides/slide5.xml" Id="R88f400cdacb54b82" /><Relationship Type="http://schemas.openxmlformats.org/officeDocument/2006/relationships/slide" Target="/ppt/slides/slide6.xml" Id="R8a5c250af65d4783" /><Relationship Type="http://schemas.openxmlformats.org/officeDocument/2006/relationships/slide" Target="/ppt/slides/slide7.xml" Id="Rcc57576d837f4e1f" /><Relationship Type="http://schemas.openxmlformats.org/officeDocument/2006/relationships/slide" Target="/ppt/slides/slide8.xml" Id="R3d68d5f25cae4ce2" /><Relationship Type="http://schemas.openxmlformats.org/officeDocument/2006/relationships/slide" Target="/ppt/slides/slide9.xml" Id="R99b98d711c36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0a0b6b422544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9b3b7cbdcc4979" /><Relationship Type="http://schemas.openxmlformats.org/officeDocument/2006/relationships/notesMaster" Target="/ppt/notesMasters/notesMaster1.xml" Id="R8bef6e0668e544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bc2469d5ef42f2" /><Relationship Type="http://schemas.openxmlformats.org/officeDocument/2006/relationships/notesMaster" Target="/ppt/notesMasters/notesMaster1.xml" Id="R8d9a1051c98640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ae3efbc3b84e8f" /><Relationship Type="http://schemas.openxmlformats.org/officeDocument/2006/relationships/notesMaster" Target="/ppt/notesMasters/notesMaster1.xml" Id="Ra80f7d7ec6974b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0f5125e8e14581" /><Relationship Type="http://schemas.openxmlformats.org/officeDocument/2006/relationships/notesMaster" Target="/ppt/notesMasters/notesMaster1.xml" Id="Rfaef004e282945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8a43315f3b445c" /><Relationship Type="http://schemas.openxmlformats.org/officeDocument/2006/relationships/notesMaster" Target="/ppt/notesMasters/notesMaster1.xml" Id="Re948fb248adb4c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c171a60aaa4025" /><Relationship Type="http://schemas.openxmlformats.org/officeDocument/2006/relationships/notesMaster" Target="/ppt/notesMasters/notesMaster1.xml" Id="R7f8fa775c1904e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f506b1a3eb4150" /><Relationship Type="http://schemas.openxmlformats.org/officeDocument/2006/relationships/notesMaster" Target="/ppt/notesMasters/notesMaster1.xml" Id="Rf5d467078ccb4b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3deb05dcf944b1" /><Relationship Type="http://schemas.openxmlformats.org/officeDocument/2006/relationships/notesMaster" Target="/ppt/notesMasters/notesMaster1.xml" Id="Rb89969db7eb74d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1c5a258b444512" /><Relationship Type="http://schemas.openxmlformats.org/officeDocument/2006/relationships/notesMaster" Target="/ppt/notesMasters/notesMaster1.xml" Id="Rfda1a86ca93f44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신문기사 의견 제출 수행평가 안내용 자료입니다.</a:t>
            </a:r>
          </a:p>
          <a:p xmlns:a="http://schemas.openxmlformats.org/drawingml/2006/main">
            <a:r>
              <a:t>학생들이 평가 기준을 알고 노션에 제출하도록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노션 활동 순서를 제시합니다. 평가 기준을 듣기 전에 작성한 글은 다시 제출하게 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기사 읽기는 의견 쓰기 전에 반드시 필요한 단계입니다. 제목만 보고 쓰지 않도록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의견은 정답 맞히기가 아닙니다. 기사 내용을 근거로 자기 생각을 세우는 과정입니다.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문장 틀을 직접 읽어 주며 안내합니다.</a:t>
            </a:r>
          </a:p>
          <a:p xmlns:a="http://schemas.openxmlformats.org/drawingml/2006/main">
            <a:r>
              <a:t>나는 무엇이라고 생각하는지, 왜 그렇게 생각하는지가 모두 보여야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성취기준 표를 연수용으로 압축한 슬라이드입니다.</a:t>
            </a:r>
          </a:p>
          <a:p xmlns:a="http://schemas.openxmlformats.org/drawingml/2006/main">
            <a:r>
              <a:t>초등은 사실·의견과 이유 쓰기, 중등 이상은 타당성·신뢰성·논증 분석으로 확장합니다.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학생용 평가 기준입니다. 길이보다 연결성을 보도록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제출 전 체크리스트입니다. 이 슬라이드를 띄워 둔 상태에서 학생들이 노션에 최종 제출하게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슬라이드입니다. 학생들이 마지막 문장 틀을 보고 바로 노션에 제출할 수 있게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목적, 수업 설명 예시, 성취기준 정리표를 바탕으로 재구성함.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5f200592d47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0041e4eef64687" /><Relationship Type="http://schemas.openxmlformats.org/officeDocument/2006/relationships/slideLayout" Target="/ppt/slideLayouts/slideLayout1.xml" Id="Rc07cdf74052d48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7cdf74052d48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eeadd9fce4d72" /><Relationship Type="http://schemas.openxmlformats.org/officeDocument/2006/relationships/notesSlide" Target="/ppt/notesSlides/notesSlide1.xml" Id="Rcab23d684dec4f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19b49641c4e81" /><Relationship Type="http://schemas.openxmlformats.org/officeDocument/2006/relationships/notesSlide" Target="/ppt/notesSlides/notesSlide2.xml" Id="R04a278603de543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20cb474eb4c71" /><Relationship Type="http://schemas.openxmlformats.org/officeDocument/2006/relationships/notesSlide" Target="/ppt/notesSlides/notesSlide3.xml" Id="Rd01b4f6791e24e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db0c2acbf47c7" /><Relationship Type="http://schemas.openxmlformats.org/officeDocument/2006/relationships/notesSlide" Target="/ppt/notesSlides/notesSlide4.xml" Id="Rdb217e0e837742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5c026198b4616" /><Relationship Type="http://schemas.openxmlformats.org/officeDocument/2006/relationships/notesSlide" Target="/ppt/notesSlides/notesSlide5.xml" Id="R7f353efa03a549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50307f54444f1" /><Relationship Type="http://schemas.openxmlformats.org/officeDocument/2006/relationships/notesSlide" Target="/ppt/notesSlides/notesSlide6.xml" Id="R69aaabcc9ef941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9fe6c01114ef3" /><Relationship Type="http://schemas.openxmlformats.org/officeDocument/2006/relationships/notesSlide" Target="/ppt/notesSlides/notesSlide7.xml" Id="Rdff68d6e419848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86dd3730f46c3" /><Relationship Type="http://schemas.openxmlformats.org/officeDocument/2006/relationships/notesSlide" Target="/ppt/notesSlides/notesSlide8.xml" Id="R914d24ee02ba4d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1d4eca7764e61" /><Relationship Type="http://schemas.openxmlformats.org/officeDocument/2006/relationships/notesSlide" Target="/ppt/notesSlides/notesSlide9.xml" Id="R6ef4f778b2e94a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8F61C-7830-4812-999D-DF487CAD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723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신문기사를 읽고</a:t>
            </a:r>
          </a:p>
          <a:p xmlns:a="http://schemas.openxmlformats.org/drawingml/2006/main">
            <a:pPr>
              <a:defRPr sz="39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내 의견과 이유를 쓰는</a:t>
            </a:r>
          </a:p>
          <a:p xmlns:a="http://schemas.openxmlformats.org/drawingml/2006/main">
            <a:pPr>
              <a:defRPr sz="39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수행평가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4C4FB-9854-48F1-92A2-C945D6F7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851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노션 플랫폼 의견 제출 활동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70504-59C0-4108-A8F6-5C339558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704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E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F9CF7-BD58-4900-A7AC-82A7766F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97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평가는 긴 글이 아니라 기사 이해, 내 의견, 이유의 연결을 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C38B7-66DB-4319-B0A1-5A5A2075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04900"/>
            <a:ext cx="2000250" cy="3810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11430">
            <a:solidFill>
              <a:srgbClr val="EFCB7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C4F78-10F6-4572-BDB1-AF224DDA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142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읽기</a:t>
            </a:r>
          </a:p>
          <a:p xmlns:a="http://schemas.openxmlformats.org/drawingml/2006/main">
            <a:pPr algn="ctr">
              <a:defRPr sz="31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생각</a:t>
            </a:r>
          </a:p>
          <a:p xmlns:a="http://schemas.openxmlformats.org/drawingml/2006/main">
            <a:pPr algn="ctr">
              <a:defRPr sz="31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이유</a:t>
            </a:r>
          </a:p>
          <a:p xmlns:a="http://schemas.openxmlformats.org/drawingml/2006/main">
            <a:pPr algn="ctr">
              <a:defRPr sz="31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제출</a:t>
            </a:r>
          </a:p>
        </p:txBody>
      </p:sp>
    </p:spTree>
    <p:extLst>
      <p:ext uri="{BB962C8B-B14F-4D97-AF65-F5344CB8AC3E}">
        <p14:creationId xmlns:p14="http://schemas.microsoft.com/office/powerpoint/2010/main" val="1061332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A2897-A215-4D02-8745-12D4CD26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수행평가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60E22-8085-42A5-9AB9-3B24BFB8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노션에서 이 순서대로 진행합니다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C12D5-704C-4F6C-9DD8-D454B8E2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9FB7D-2CC7-4562-A90F-D94E180A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BF3AE-53AB-4552-B9ED-7FF56EF0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74A6F-8097-41CA-8A50-161BEFE0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05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노션 접속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99156-9832-4D1A-9438-2C79224B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QR 또는 링크로 들어갑니다.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9719B-593C-4C5E-A73F-1FADE9AD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73497-F542-4506-813C-2BC14108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A01A2-22D0-41F3-8A0F-F63EEBBD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86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기사 읽기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BB425-D567-4E8F-91F6-72119EA7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33675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핵심 내용과 중요한 이유를 찾습니다.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8FEA5-CE81-4F1E-BEA4-F9A99949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FAC4E-F23A-4AF8-9803-74BC8EC8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CCFE9-34A0-4B04-BC6A-2B2AFAB8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671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생각 정하기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F8647-6978-4C76-91A6-0DD635E6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14725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같다, 다르다, 더 생각한다 중 방향을 잡습니다.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FAE6E-8692-4BB8-99F9-1F0DE3AC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607E9-D445-41A6-8E16-074B0853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C6CA8-AF72-4813-8F2A-7FE57EBF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48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의견 쓰기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8A99E-AAF3-4F7B-8595-CCAD529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95775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나는 ___라고 생각해요. 왜냐하면 ___ 때문이에요.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79A13-C899-409D-A2A3-DC02E326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072AF-8A26-4250-B959-443781C4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1C22E-192D-4BBB-BDC2-2D0CBBBB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29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제출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2156A-5C74-4327-B518-CDB4578E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76825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내 이름과 글 내용을 확인합니다.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DD034-8A0A-42A8-9D11-BA460F6C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 제출 수행평가 | 2</a:t>
            </a:r>
          </a:p>
        </p:txBody>
      </p:sp>
    </p:spTree>
    <p:extLst>
      <p:ext uri="{BB962C8B-B14F-4D97-AF65-F5344CB8AC3E}">
        <p14:creationId xmlns:p14="http://schemas.microsoft.com/office/powerpoint/2010/main" val="7251165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24FF3-5297-49B7-A240-EAAB642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기사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41826-20E0-4720-9BC8-8405D9E5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세 가지 질문에 답하면서 읽습니다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8CE72-33CA-4C75-ADA5-791F3B92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A2537-2A41-4162-8A57-1C1699F6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995F1-4F9F-4EDD-ADED-4E89D18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950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무슨 일이 있었나요?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CB060-958A-4FA4-A39E-9C34F390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핵심 사건을 찾습니다.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39362-0C59-4AAB-822B-BF886501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3AFE5-C763-4A13-B427-8DAF2845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18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누가 관련되어 있나요?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9F9F9-163C-45CB-A9D7-84CDDB9C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사람, 기관, 지역을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741F5-15D3-456A-8838-7A907831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4A2AA-023C-451F-BDF3-996057A9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908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왜 중요한가요?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26FCE-F399-4008-9A67-D7A14CAF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8140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우리 생활이나 사회와 연결해 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398F9-CF3D-44F2-94D3-5ED95FB2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 제출 수행평가 | 3</a:t>
            </a:r>
          </a:p>
        </p:txBody>
      </p:sp>
    </p:spTree>
    <p:extLst>
      <p:ext uri="{BB962C8B-B14F-4D97-AF65-F5344CB8AC3E}">
        <p14:creationId xmlns:p14="http://schemas.microsoft.com/office/powerpoint/2010/main" val="15353576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E9CE3-D513-45F1-8D93-022B76FC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내 생각 정하기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71630-0C91-4442-B254-5A125473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기사에 대한 의견의 방향을 잡습니다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3E2BC-0D58-4DBC-AA3F-F791D420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2828A-478F-4713-B0CB-90250414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4FCFC-6D36-4FE4-8823-AEBB141D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336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같이 생각해요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27A1A-B657-4E73-85E0-5EB73FF0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04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나는 기사 내용에</a:t>
            </a:r>
          </a:p>
          <a:p xmlns:a="http://schemas.openxmlformats.org/drawingml/2006/main">
            <a:pPr algn="ctr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동의해요.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90FB8-2972-431E-923A-5E66BFDD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E0FFB-2F98-4133-BD4E-A165FAAD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336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다르게 생각해요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159FA-8157-42AD-8BAA-BCCBB2E7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나는 기사 내용과</a:t>
            </a:r>
          </a:p>
          <a:p xmlns:a="http://schemas.openxmlformats.org/drawingml/2006/main">
            <a:pPr algn="ctr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다르게 생각해요.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7E81A-2FF6-4368-BD4E-C5215525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C5F55-7FC5-470E-9228-879E28E5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336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더 생각해요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293D2-BE2F-42A6-A38F-53A09F25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04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바로 판단하기보다</a:t>
            </a:r>
          </a:p>
          <a:p xmlns:a="http://schemas.openxmlformats.org/drawingml/2006/main">
            <a:pPr algn="ctr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더 살펴보고 싶어요.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E25E6-BFA4-4DE2-8F4E-50A849CD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 제출 수행평가 | 4</a:t>
            </a:r>
          </a:p>
        </p:txBody>
      </p:sp>
    </p:spTree>
    <p:extLst>
      <p:ext uri="{BB962C8B-B14F-4D97-AF65-F5344CB8AC3E}">
        <p14:creationId xmlns:p14="http://schemas.microsoft.com/office/powerpoint/2010/main" val="3447167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CDA73-9607-431B-BB1F-D30AA08F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의견 쓰기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5FF52-1FF7-44EB-BC51-645B2C02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두 문장이 반드시 들어가야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22D25-9F93-47F0-A937-45E24448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3D4C0-F4A7-453A-8681-38BB0A9A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047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8F1BD-FB7B-4AD6-ACE1-52AB3CF8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나는 __________________ 라고 생각해요.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191EC-8115-4AF5-8F68-79D1ED21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047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AD484-4F49-4534-B220-EC82FA0F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왜냐하면 __________________ 때문이에요.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0A095-C8E1-4BB6-8C9F-6BA4163E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의견만 쓰면 부족합니다. 이유까지 보여야 수행평가에서 좋은 글이 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F1741-53C9-4A60-B363-5A6ED396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 제출 수행평가 | 5</a:t>
            </a:r>
          </a:p>
        </p:txBody>
      </p:sp>
    </p:spTree>
    <p:extLst>
      <p:ext uri="{BB962C8B-B14F-4D97-AF65-F5344CB8AC3E}">
        <p14:creationId xmlns:p14="http://schemas.microsoft.com/office/powerpoint/2010/main" val="14028050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6E6E9-CFBA-44AF-8FB0-C73C6398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성취기준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E8BDC-56CF-411B-8970-A3253B20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학교급에 따라 읽기와 쓰기 수준을 조절합니다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995AD-3D8D-4630-AE63-F6248FCA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8A46C-C26E-44A6-BF74-6C83684D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62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C6ED3-625A-45C3-BAEA-5C3E9EEC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62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초등 3-4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02799-F6D1-4F35-90F2-BF2D9D1C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431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746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033"/>
                </a:solidFill>
                <a:latin typeface="Arial"/>
                <a:ea typeface="Arial"/>
                <a:cs typeface="Arial"/>
              </a:rPr>
              <a:t>사실과 의견 구분</a:t>
            </a:r>
          </a:p>
          <a:p xmlns:a="http://schemas.openxmlformats.org/drawingml/2006/main">
            <a:pPr>
              <a:defRPr sz="17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033"/>
                </a:solidFill>
                <a:latin typeface="Arial"/>
                <a:ea typeface="Arial"/>
                <a:cs typeface="Arial"/>
              </a:rPr>
              <a:t>자신의 의견과 이유 쓰기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EA158-2060-4C67-AAD1-52AAB822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4762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C8643-2884-42A0-8A0D-D3106C9A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62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초등 5-6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90CEF-2727-4409-8116-3181E292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31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8746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033"/>
                </a:solidFill>
                <a:latin typeface="Arial"/>
                <a:ea typeface="Arial"/>
                <a:cs typeface="Arial"/>
              </a:rPr>
              <a:t>기사 요약과 주장 파악</a:t>
            </a:r>
          </a:p>
          <a:p xmlns:a="http://schemas.openxmlformats.org/drawingml/2006/main">
            <a:pPr>
              <a:defRPr sz="17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033"/>
                </a:solidFill>
                <a:latin typeface="Arial"/>
                <a:ea typeface="Arial"/>
                <a:cs typeface="Arial"/>
              </a:rPr>
              <a:t>근거와 출처를 밝혀 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876C0-207E-46D3-B6C5-14B0F3B2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4762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4EA71-5377-48D8-BD29-A30497C2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중학교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29059-7191-47A9-A989-98F6CB2E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672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5024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033"/>
                </a:solidFill>
                <a:latin typeface="Arial"/>
                <a:ea typeface="Arial"/>
                <a:cs typeface="Arial"/>
              </a:rPr>
              <a:t>여러 기사 비교</a:t>
            </a:r>
          </a:p>
          <a:p xmlns:a="http://schemas.openxmlformats.org/drawingml/2006/main">
            <a:pPr>
              <a:defRPr sz="17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033"/>
                </a:solidFill>
                <a:latin typeface="Arial"/>
                <a:ea typeface="Arial"/>
                <a:cs typeface="Arial"/>
              </a:rPr>
              <a:t>타당성·신뢰성·공정성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52CA9-16C3-43BD-B437-E184A96D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4762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B449C-A378-4636-87FC-FDE7BE65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86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고등학교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CEC5E-574D-4F0B-8AA3-8FE7FFEE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672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924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033"/>
                </a:solidFill>
                <a:latin typeface="Arial"/>
                <a:ea typeface="Arial"/>
                <a:cs typeface="Arial"/>
              </a:rPr>
              <a:t>논증 구조 분석</a:t>
            </a:r>
          </a:p>
          <a:p xmlns:a="http://schemas.openxmlformats.org/drawingml/2006/main">
            <a:pPr>
              <a:defRPr sz="17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033"/>
                </a:solidFill>
                <a:latin typeface="Arial"/>
                <a:ea typeface="Arial"/>
                <a:cs typeface="Arial"/>
              </a:rPr>
              <a:t>자신의 관점으로 재구성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688AC-719F-4140-8444-279815F1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 제출 수행평가 | 6</a:t>
            </a:r>
          </a:p>
        </p:txBody>
      </p:sp>
    </p:spTree>
    <p:extLst>
      <p:ext uri="{BB962C8B-B14F-4D97-AF65-F5344CB8AC3E}">
        <p14:creationId xmlns:p14="http://schemas.microsoft.com/office/powerpoint/2010/main" val="15144773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3DC37-7E28-419D-AE45-FDF4875C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D2FB1-B2DB-4A01-91FE-5F5866D1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매우잘함은 네 가지가 모두 보입니다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5DA6C-8402-43B6-B2AB-71D7A2CC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CE53C-2916-4929-8F9D-DB315A62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B3134-A6AE-48EB-9C01-87A8A85F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859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B8D2A-8746-413F-807D-F9EAE7A8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193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기사 이해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403A6-BA21-4BE7-98D4-2C6FDBFD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69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기사의 중요한 내용을 찾았나요?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52F8E-CC5C-4946-B5F2-106CC930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052FA-E87F-4229-8E4C-E2A33483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622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7749D-6F3A-441F-87B0-04B9317E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내 생각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30711-7D28-4204-8DB0-BB8A7E58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기사에 대한 자기 의견이 분명한가요?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D1E78-1194-474E-83CB-5421165B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E6DF0-E078-4058-9CB7-FFC5940A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6B97C-4912-4334-981F-C6DAD14E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719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이유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82C26-2BA5-42E7-B95A-09A9C45B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95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왜 그렇게 생각하는지 이유가 있나요?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A04BC-C8D3-48FF-AC58-E4ABFCA4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C9A65-A61D-4402-AA7C-B6763B3B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D0BE0-25DD-439D-9AFD-D613A6C5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48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표현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A8398-0A44-4648-AAFD-5DB5D77A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958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존중하는 말과 알맞은 문장으로 썼나요?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3B2892-9AEC-4B38-97C8-0336322D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 제출 수행평가 | 7</a:t>
            </a:r>
          </a:p>
        </p:txBody>
      </p:sp>
    </p:spTree>
    <p:extLst>
      <p:ext uri="{BB962C8B-B14F-4D97-AF65-F5344CB8AC3E}">
        <p14:creationId xmlns:p14="http://schemas.microsoft.com/office/powerpoint/2010/main" val="10907703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5E47F-25DD-492F-9137-B5F775A1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제출 전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48560-BDBF-45BB-9D00-BD986519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노션에 올리기 전 10초만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CEDA4-8736-4172-8392-A1D9C637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BF0F3-1131-46CB-99A0-B7057FEE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75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DC992-7711-4E03-B599-1EB4CCDB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955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기사에서 중요한 내용을 찾았나요?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7696C-BCBA-48F7-BA0F-D77454E4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75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6812C-EE05-4529-A7F2-67AD9225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622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내 생각이 한 문장으로 보이나요?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FCD58-0D85-4262-B446-0C4C8626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75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41141-A29A-40FC-8C5D-89016E13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290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왜 그렇게 생각했는지 이유를 썼나요?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A1472-CE9F-4E14-B9C3-C9BB1B3D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75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18BA1-CBAC-4365-9668-98C558FC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기사 내용과 내 의견이 연결되어 있나요?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22369-F264-48A0-9E0F-2DA6D0BC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75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591B4-85B0-4843-8E4E-08C54BC9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625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존중하는 표현을 사용했나요?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BEECB-1FD0-4D81-BF17-831C078E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62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 제출 수행평가 | 8</a:t>
            </a:r>
          </a:p>
        </p:txBody>
      </p:sp>
    </p:spTree>
    <p:extLst>
      <p:ext uri="{BB962C8B-B14F-4D97-AF65-F5344CB8AC3E}">
        <p14:creationId xmlns:p14="http://schemas.microsoft.com/office/powerpoint/2010/main" val="2150687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5BBC9-821F-42B2-B82B-4694E02A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9E2C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9E2C8"/>
                </a:solidFill>
                <a:latin typeface="Arial"/>
                <a:ea typeface="Arial"/>
                <a:cs typeface="Arial"/>
              </a:rPr>
              <a:t>제출할 글의 핵심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2F4DB-9CA6-475B-9BE7-53275D4B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기사를 읽고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내 생각과 이유를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분명하게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D8512-40FD-430F-971B-6FFE95DE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8191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2325D"/>
          </a:solidFill>
          <a:ln xmlns:a="http://schemas.openxmlformats.org/drawingml/2006/main" w="11430">
            <a:solidFill>
              <a:srgbClr val="4053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0257E-640A-4495-BB26-5B773B93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나는 ___라고 생각해요. 왜냐하면 ___ 때문이에요.</a:t>
            </a:r>
          </a:p>
        </p:txBody>
      </p:sp>
    </p:spTree>
    <p:extLst>
      <p:ext uri="{BB962C8B-B14F-4D97-AF65-F5344CB8AC3E}">
        <p14:creationId xmlns:p14="http://schemas.microsoft.com/office/powerpoint/2010/main" val="160098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2026-08-23T02:30:30.6920000Z</dcterms:created>
  <dcterms:modified xsi:type="dcterms:W3CDTF">2026-08-23T02:30:30.6920000Z</dcterms:modified>
</coreProperties>
</file>