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701103aa07443e" /><Relationship Type="http://schemas.openxmlformats.org/officeDocument/2006/relationships/extended-properties" Target="/docProps/app.xml" Id="R830174d332ca4bb4" /><Relationship Type="http://schemas.openxmlformats.org/officeDocument/2006/relationships/officeDocument" Target="/ppt/presentation.xml" Id="R658592bb63c042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c1c633ccb4075"/>
  </p:sldMasterIdLst>
  <p:notesMasterIdLst>
    <p:notesMasterId xmlns:r="http://schemas.openxmlformats.org/officeDocument/2006/relationships" r:id="Rd0eed64aec404cce"/>
  </p:notesMasterIdLst>
  <p:sldIdLst>
    <p:sldId xmlns:r="http://schemas.openxmlformats.org/officeDocument/2006/relationships" id="256" r:id="Re70389f0c18649c3"/>
    <p:sldId xmlns:r="http://schemas.openxmlformats.org/officeDocument/2006/relationships" id="257" r:id="R0d8e1c8982e54c1e"/>
    <p:sldId xmlns:r="http://schemas.openxmlformats.org/officeDocument/2006/relationships" id="258" r:id="Rea9dec6d7238428d"/>
    <p:sldId xmlns:r="http://schemas.openxmlformats.org/officeDocument/2006/relationships" id="259" r:id="R28bbeba875d84314"/>
    <p:sldId xmlns:r="http://schemas.openxmlformats.org/officeDocument/2006/relationships" id="260" r:id="Rce69e0d1d2214284"/>
    <p:sldId xmlns:r="http://schemas.openxmlformats.org/officeDocument/2006/relationships" id="261" r:id="Rc73bd4fe53194025"/>
    <p:sldId xmlns:r="http://schemas.openxmlformats.org/officeDocument/2006/relationships" id="262" r:id="R306264a1829a40b7"/>
    <p:sldId xmlns:r="http://schemas.openxmlformats.org/officeDocument/2006/relationships" id="263" r:id="Rd99e35b153a34357"/>
    <p:sldId xmlns:r="http://schemas.openxmlformats.org/officeDocument/2006/relationships" id="264" r:id="Ra9f2b563f5a3463e"/>
    <p:sldId xmlns:r="http://schemas.openxmlformats.org/officeDocument/2006/relationships" id="265" r:id="R72bb497cd67242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467b918554e12" /><Relationship Type="http://schemas.openxmlformats.org/officeDocument/2006/relationships/slideMaster" Target="/ppt/slideMasters/slideMaster1.xml" Id="R467c1c633ccb4075" /><Relationship Type="http://schemas.openxmlformats.org/officeDocument/2006/relationships/notesMaster" Target="/ppt/notesMasters/notesMaster1.xml" Id="Rd0eed64aec404cce" /><Relationship Type="http://schemas.openxmlformats.org/officeDocument/2006/relationships/presProps" Target="/ppt/presProps.xml" Id="R4fbb6146159440d8" /><Relationship Type="http://schemas.openxmlformats.org/officeDocument/2006/relationships/tableStyles" Target="/ppt/tableStyles.xml" Id="Redf005074d564ef4" /><Relationship Type="http://schemas.openxmlformats.org/officeDocument/2006/relationships/slide" Target="/ppt/slides/slide1.xml" Id="Re70389f0c18649c3" /><Relationship Type="http://schemas.openxmlformats.org/officeDocument/2006/relationships/slide" Target="/ppt/slides/slide2.xml" Id="R0d8e1c8982e54c1e" /><Relationship Type="http://schemas.openxmlformats.org/officeDocument/2006/relationships/slide" Target="/ppt/slides/slide3.xml" Id="Rea9dec6d7238428d" /><Relationship Type="http://schemas.openxmlformats.org/officeDocument/2006/relationships/slide" Target="/ppt/slides/slide4.xml" Id="R28bbeba875d84314" /><Relationship Type="http://schemas.openxmlformats.org/officeDocument/2006/relationships/slide" Target="/ppt/slides/slide5.xml" Id="Rce69e0d1d2214284" /><Relationship Type="http://schemas.openxmlformats.org/officeDocument/2006/relationships/slide" Target="/ppt/slides/slide6.xml" Id="Rc73bd4fe53194025" /><Relationship Type="http://schemas.openxmlformats.org/officeDocument/2006/relationships/slide" Target="/ppt/slides/slide7.xml" Id="R306264a1829a40b7" /><Relationship Type="http://schemas.openxmlformats.org/officeDocument/2006/relationships/slide" Target="/ppt/slides/slide8.xml" Id="Rd99e35b153a34357" /><Relationship Type="http://schemas.openxmlformats.org/officeDocument/2006/relationships/slide" Target="/ppt/slides/slide9.xml" Id="Ra9f2b563f5a3463e" /><Relationship Type="http://schemas.openxmlformats.org/officeDocument/2006/relationships/slide" Target="/ppt/slides/slide10.xml" Id="R72bb497cd67242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3c8ac074a48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9e5fed4a3048f9" /><Relationship Type="http://schemas.openxmlformats.org/officeDocument/2006/relationships/notesMaster" Target="/ppt/notesMasters/notesMaster1.xml" Id="Rc5fa55bc46914f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3586e5a93e49b4" /><Relationship Type="http://schemas.openxmlformats.org/officeDocument/2006/relationships/notesMaster" Target="/ppt/notesMasters/notesMaster1.xml" Id="R92a64a171bdd4c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77549f2de14970" /><Relationship Type="http://schemas.openxmlformats.org/officeDocument/2006/relationships/notesMaster" Target="/ppt/notesMasters/notesMaster1.xml" Id="Ra2d17467fb8748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dad919214142b6" /><Relationship Type="http://schemas.openxmlformats.org/officeDocument/2006/relationships/notesMaster" Target="/ppt/notesMasters/notesMaster1.xml" Id="Rd9a7fba5b0f34f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056b638c641f9" /><Relationship Type="http://schemas.openxmlformats.org/officeDocument/2006/relationships/notesMaster" Target="/ppt/notesMasters/notesMaster1.xml" Id="Rf47a9e6286914c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2a54764f7641e5" /><Relationship Type="http://schemas.openxmlformats.org/officeDocument/2006/relationships/notesMaster" Target="/ppt/notesMasters/notesMaster1.xml" Id="Rb6aefd062596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b32e713fb14623" /><Relationship Type="http://schemas.openxmlformats.org/officeDocument/2006/relationships/notesMaster" Target="/ppt/notesMasters/notesMaster1.xml" Id="R44ecf66935084a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c4ae23e5c4149" /><Relationship Type="http://schemas.openxmlformats.org/officeDocument/2006/relationships/notesMaster" Target="/ppt/notesMasters/notesMaster1.xml" Id="R0af1795df0f448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ebfbbf7dc44c75" /><Relationship Type="http://schemas.openxmlformats.org/officeDocument/2006/relationships/notesMaster" Target="/ppt/notesMasters/notesMaster1.xml" Id="Rb0075da7481c45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f7397de67c48c5" /><Relationship Type="http://schemas.openxmlformats.org/officeDocument/2006/relationships/notesMaster" Target="/ppt/notesMasters/notesMaster1.xml" Id="R0133ecdf5b294e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수행평가는 노션 페이지에서 신문기사를 읽고 자기 생각을 쓰는 활동입니다.</a:t>
            </a:r>
          </a:p>
          <a:p xmlns:a="http://schemas.openxmlformats.org/drawingml/2006/main">
            <a:r>
              <a:t>평가 기준을 먼저 알고 시작해야 합니다. 문제를 읽고 풀듯이, 수행평가도 기준을 알고 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학생들에게 전체 순서를 먼저 보여 줍니다.</a:t>
            </a:r>
          </a:p>
          <a:p xmlns:a="http://schemas.openxmlformats.org/drawingml/2006/main">
            <a:r>
              <a:t>노션에 들어가서 바로 쓰는 것이 아니라, 읽고 생각한 뒤 제출한다는 흐름을 강조합니다.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QR로 들어간 뒤 피드나 수행평가 페이지를 찾게 합니다.</a:t>
            </a:r>
          </a:p>
          <a:p xmlns:a="http://schemas.openxmlformats.org/drawingml/2006/main">
            <a:r>
              <a:t>이름을 찾아 제출하는 방식이면, 이름 선택을 정확히 하도록 안내합니다.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학생들이 기사 내용을 대충 읽고 의견부터 쓰지 않도록 합니다.</a:t>
            </a:r>
          </a:p>
          <a:p xmlns:a="http://schemas.openxmlformats.org/drawingml/2006/main">
            <a:r>
              <a:t>무슨 일이 있었고, 누가 관련되어 있고, 왜 기사로 나왔는지를 찾게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의견은 꼭 찬성이나 반대만 있는 것이 아닙니다.</a:t>
            </a:r>
          </a:p>
          <a:p xmlns:a="http://schemas.openxmlformats.org/drawingml/2006/main">
            <a:r>
              <a:t>더 생각해 보겠다는 의견도 이유가 있으면 의미 있는 생각이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수행평가에서 가장 중요한 문장 틀입니다.</a:t>
            </a:r>
          </a:p>
          <a:p xmlns:a="http://schemas.openxmlformats.org/drawingml/2006/main">
            <a:r>
              <a:t>나는 무엇이라고 생각하는지, 왜 그렇게 생각하는지 두 가지가 보여야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짧게 '싫어요'라고 쓰면 왜 그런지 알 수 없습니다.</a:t>
            </a:r>
          </a:p>
          <a:p xmlns:a="http://schemas.openxmlformats.org/drawingml/2006/main">
            <a:r>
              <a:t>매우잘함 예시는 의견, 이유, 기사 내용이 연결되어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기준을 학생들에게 꼭 설명합니다.</a:t>
            </a:r>
          </a:p>
          <a:p xmlns:a="http://schemas.openxmlformats.org/drawingml/2006/main">
            <a:r>
              <a:t>평가 기준을 듣고 나서 제출하도록 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전 체크리스트입니다.</a:t>
            </a:r>
          </a:p>
          <a:p xmlns:a="http://schemas.openxmlformats.org/drawingml/2006/main">
            <a:r>
              <a:t>특히 내 생각과 왜냐하면 문장이 빠지지 않았는지 확인하게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슬라이드입니다.</a:t>
            </a:r>
          </a:p>
          <a:p xmlns:a="http://schemas.openxmlformats.org/drawingml/2006/main">
            <a:r>
              <a:t>학생들이 마지막 문장 틀을 보고 바로 노션에 제출할 수 있게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사용자 제공 수업 설명 예시와 노션 신문기사 읽기·의견 제출 수행평가 흐름을 바탕으로 재구성함.</a:t>
            </a:r>
          </a:p>
          <a:p xmlns:a="http://schemas.openxmlformats.org/drawingml/2006/main">
            <a:r>
              <a:t>노션 페이지 URL: https://judicious-ursinia-2c0.notion.site/3c3c5f01a4a48081b6b6f85bef8bc863?source=copy_link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a3631c87645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17951cc6404a0b" /><Relationship Type="http://schemas.openxmlformats.org/officeDocument/2006/relationships/slideLayout" Target="/ppt/slideLayouts/slideLayout1.xml" Id="R1ebcdafd78114f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cdafd78114f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82431f9f94e4f" /><Relationship Type="http://schemas.openxmlformats.org/officeDocument/2006/relationships/image" Target="/ppt/media/image.png" Id="Re81e85150f5d4d80" /><Relationship Type="http://schemas.openxmlformats.org/officeDocument/2006/relationships/notesSlide" Target="/ppt/notesSlides/notesSlide1.xml" Id="R6677635f6992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641e0f5964eab" /><Relationship Type="http://schemas.openxmlformats.org/officeDocument/2006/relationships/notesSlide" Target="/ppt/notesSlides/notesSlide2.xml" Id="R6cac21d449984d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453e286ed4f65" /><Relationship Type="http://schemas.openxmlformats.org/officeDocument/2006/relationships/notesSlide" Target="/ppt/notesSlides/notesSlide3.xml" Id="R224a7e4e99224b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e961807b94a5c" /><Relationship Type="http://schemas.openxmlformats.org/officeDocument/2006/relationships/notesSlide" Target="/ppt/notesSlides/notesSlide4.xml" Id="Reb5986d2273444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ffea7a1ef471f" /><Relationship Type="http://schemas.openxmlformats.org/officeDocument/2006/relationships/notesSlide" Target="/ppt/notesSlides/notesSlide5.xml" Id="R884d4b0cd9f546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d95eb32e7470b" /><Relationship Type="http://schemas.openxmlformats.org/officeDocument/2006/relationships/notesSlide" Target="/ppt/notesSlides/notesSlide6.xml" Id="R2847751278db40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f5392bd44bef" /><Relationship Type="http://schemas.openxmlformats.org/officeDocument/2006/relationships/notesSlide" Target="/ppt/notesSlides/notesSlide7.xml" Id="R9cec9e1984e245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56de1c3044265" /><Relationship Type="http://schemas.openxmlformats.org/officeDocument/2006/relationships/notesSlide" Target="/ppt/notesSlides/notesSlide8.xml" Id="Rd0b5a23f67264d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9446319b34d3d" /><Relationship Type="http://schemas.openxmlformats.org/officeDocument/2006/relationships/notesSlide" Target="/ppt/notesSlides/notesSlide9.xml" Id="R750946dbaf9341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4fa000f6b4461" /><Relationship Type="http://schemas.openxmlformats.org/officeDocument/2006/relationships/notesSlide" Target="/ppt/notesSlides/notesSlide10.xml" Id="R04375331798540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7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8E610-056E-48EF-A297-23D70500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노션에서 신문기사를 읽고</a:t>
            </a:r>
          </a:p>
          <a:p xmlns:a="http://schemas.openxmlformats.org/drawingml/2006/main">
            <a:pPr>
              <a:defRPr sz="39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생각을 쓰는 수행평가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2D43D-BCA6-4A3D-93FA-53A8EEB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 이해 · 내 의견 · 이유 · 제출 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A00AD-1FFF-48D3-8E7D-57FC6FDD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647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EF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946F2-524E-4484-9796-D0048F3F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8338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오늘 평가는 길게 쓰는 것이 아니라, 기사에 맞게 생각과 이유를 쓰는 것입니다.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e85150f5d4d80"/>
          <a:srcRect xmlns:a="http://schemas.openxmlformats.org/drawingml/2006/main" l="15244" t="0" r="152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933450"/>
            <a:ext cx="2714625" cy="390525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</p:spTree>
    <p:extLst>
      <p:ext uri="{BB962C8B-B14F-4D97-AF65-F5344CB8AC3E}">
        <p14:creationId xmlns:p14="http://schemas.microsoft.com/office/powerpoint/2010/main" val="666936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D7331-21A4-4CA4-B09A-B0BE4EEB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평가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78142-D129-4CDB-8528-32C85161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수행평가는 이 순서로 진행합니다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707D-70B6-420A-8677-C52B3163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DDA7C-A81E-4417-B63C-2858A9C8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22758-C7AF-44D1-A47B-DB7F8910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1FC22-305F-4334-93AB-4AFA780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050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노션 페이지 접속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95CD4-FC8F-4B0E-ABD9-3E933CF6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QR 또는 링크로 수업 페이지에 들어갑니다.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6D3B8-010E-4334-9AFD-E6198FED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3180E-7B2C-46D0-B171-2FB0DCE6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3D80F-D6B7-4C69-B681-E24DBF9C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860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신문기사 읽기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9630F-312C-4D01-BE75-31AE795C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336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 제목, 핵심 내용, 중요한 이유를 확인합니다.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7D4A4-7AAC-4388-9D2D-30500CDD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5707B-24F7-4D92-9777-2102389E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60781-5246-40A6-B1FE-C45A3B5B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671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 정하기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8B776-2AF5-41A9-AF75-D87459B1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147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같다, 다르다, 더 생각한다 중 방향을 잡습니다.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51836-828C-488D-AACB-0EDE6585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79DEF3-61E0-4CC7-B1C2-BBED94D5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215E8-EDAC-4BE0-AB18-79BB8FD4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481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의견과 이유 쓰기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D4663-819E-4473-94D3-5EF39B2F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957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나는 ___라고 생각해요. 왜냐하면 ___ 때문이에요.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F24C3-FD2E-4BF2-9B7C-98405933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575B4-231A-4188-B038-A7E9DDF4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67296E-D7D7-433D-95DA-8B3EB42B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292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제출 전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C08C0-054A-4425-B8C3-D7B11FD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76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기사와 관련 있는지, 이유가 있는지 확인합니다.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BC3137-0688-47A8-A03A-DAEF5D64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2</a:t>
            </a:r>
          </a:p>
        </p:txBody>
      </p:sp>
    </p:spTree>
    <p:extLst>
      <p:ext uri="{BB962C8B-B14F-4D97-AF65-F5344CB8AC3E}">
        <p14:creationId xmlns:p14="http://schemas.microsoft.com/office/powerpoint/2010/main" val="14570947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C042A-4004-4ABD-8621-1A9B6EF7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노션 페이지에서 할 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C94A3-5D26-4CB5-B3E1-FE1776C3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먼저 들어갈 곳을 정확히 찾습니다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4D872-3D76-4D01-A3FF-99947746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50908-A667-47E2-9AE2-D4032329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324100" cy="2476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094FA-31B1-4C78-B3F6-C83FE76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D12CD-F19E-4219-B658-17EB83E6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8679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QR 또는 링크 접속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996CE-D476-42E2-8D50-12F74E4F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57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수업 노션 페이지로 들어갑니다.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D1BCB-6EC5-43E0-B347-1C4867E4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2324100" cy="2476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9EEB0-68F0-4CCD-800D-D96AFFDB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71651-20A9-42D4-8598-43295C03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6594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신문기사 읽기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E7377-4BCA-4A8A-BB85-E3FE6050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719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6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오늘 읽을 기사 또는 활동 페이지를 엽니다.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13794-E094-4EF4-8065-5B3EBA3B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2324100" cy="2476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BB73E-FBB6-47ED-AB05-A70DD7E3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4387DD-04C0-47FD-AC4E-9D1E8EB2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이름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85ACA-3C96-4CC2-A76D-B4DB7F39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719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706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제출할 때 내 이름을 정확히 고릅니다.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F89B9-275D-476A-9DD3-C1E96F0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09800"/>
            <a:ext cx="2324100" cy="24765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F0E5F-FE95-4472-AB1C-96CE8864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33672-3595-4D9C-B88D-2D67F1F1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의견 제출하기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7A9ACD-D5BA-4156-A614-FC571FE5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062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기사에 대한 내 생각과 이유를 씁니다.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973D8-810D-407B-BC28-430F06D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페이지를 잘못 열었거나 이름을 잘못 선택하면 제출 확인이 어렵습니다.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E5901-86D5-453A-8957-11FEF123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3</a:t>
            </a:r>
          </a:p>
        </p:txBody>
      </p:sp>
    </p:spTree>
    <p:extLst>
      <p:ext uri="{BB962C8B-B14F-4D97-AF65-F5344CB8AC3E}">
        <p14:creationId xmlns:p14="http://schemas.microsoft.com/office/powerpoint/2010/main" val="13519470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13354-0E03-43CD-AC79-FF595B9C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기사 읽기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E8307-0BAA-45FF-A9D7-461DBB0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세 가지 질문에 답하면서 읽습니다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76C11-898E-4004-B115-CD0D933F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51430-1E09-40E2-8AF4-133F19C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3C1FD-435C-4931-9118-AA8E897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950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무슨 일이 있었나요?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FE4F53-F4AA-4B55-8B7E-FAADFB24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핵심 사건을 찾습니다.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A9278-8A57-4BC9-A8A7-D7787614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99212-DCF3-4C34-BE97-7BD50EA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18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누가 관련되어 있나요?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992B3-5EA2-4F6F-BB73-1C1AC81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814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사람, 기관, 지역을 확인합니다.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CA08A-E6DB-4386-9FCE-0A6D7AAC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7C1C0-F4BC-45D0-A865-7F261BB2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9080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왜 중요한가요?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1DB1D-2747-4295-B370-A5BAEDC8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2609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E6C84"/>
                </a:solidFill>
                <a:latin typeface="Arial"/>
                <a:ea typeface="Arial"/>
                <a:cs typeface="Arial"/>
              </a:rPr>
              <a:t>우리 생활이나 사회와 연결해 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86093-7D89-46EF-941B-0846D894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기사는 아무 일이나 쓰는 글이 아니라, 중요한 일을 알려 주는 글입니다.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47B45-C278-4D01-B364-07B3B355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4</a:t>
            </a:r>
          </a:p>
        </p:txBody>
      </p:sp>
    </p:spTree>
    <p:extLst>
      <p:ext uri="{BB962C8B-B14F-4D97-AF65-F5344CB8AC3E}">
        <p14:creationId xmlns:p14="http://schemas.microsoft.com/office/powerpoint/2010/main" val="496535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59695-4E3E-453C-B005-50EB14A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내 생각 정하기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090CD-E3CB-478D-A89C-144856AF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기사에 대한 내 의견의 방향을 잡습니다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6BA79-E365-4085-9502-2B2040A2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BE78D-E7C7-41B1-A9B5-C562043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8EC29-C543-4C51-8680-57805109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같이 생각해요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15FBA-2A5F-49AE-AF46-2CBA5DF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 내용에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동의해요.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7ED67-36DD-46B7-A59F-30C1FDC3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E7F2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513F32-A763-4EA8-B91F-29F9AC9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다르게 생각해요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D59F0-FE65-4799-BAC5-E486FE93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기사 내용과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다르게 생각해요.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7717A-9943-479F-A720-4794A33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32004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28B31D-45F0-4BDA-865E-F74DBA8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더 생각해요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CD33E-395F-4BA6-B095-B8A67F7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255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바로 판단하기보다</a:t>
            </a:r>
          </a:p>
          <a:p xmlns:a="http://schemas.openxmlformats.org/drawingml/2006/main">
            <a:pPr algn="ctr"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더 살펴보고 싶어요.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476B9-2824-46F3-A188-4B27D714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245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중요한 것은 맞고 틀림이 아니라, 기사 내용을 바탕으로 생각하는 것입니다.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C9833-5742-4E40-B680-BE158088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5</a:t>
            </a:r>
          </a:p>
        </p:txBody>
      </p:sp>
    </p:spTree>
    <p:extLst>
      <p:ext uri="{BB962C8B-B14F-4D97-AF65-F5344CB8AC3E}">
        <p14:creationId xmlns:p14="http://schemas.microsoft.com/office/powerpoint/2010/main" val="14779876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94CAB-531C-4F95-BC26-7715FF14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의견 쓰기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45B51-5598-4F20-A010-6976C541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두 문장이 반드시 들어가야 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0E44B-C661-44BF-8485-916E84E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67FA1-CEBE-48E5-A894-9BFDDE29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5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43A0A-2D35-4144-ADAE-D10ADE43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955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__________________ 라고 생각해요.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526D6-CFF4-4C57-8FE7-A7AB90B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047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4D945-A07A-4571-807D-2454B203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__________________ 때문이에요.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A52BB-C0E0-400B-BC9E-D6021305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의견만 쓰면 부족합니다. 이유까지 보여야 수행평가에서 좋은 글이 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82F92-F18E-4689-8309-E86D97C2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6</a:t>
            </a:r>
          </a:p>
        </p:txBody>
      </p:sp>
    </p:spTree>
    <p:extLst>
      <p:ext uri="{BB962C8B-B14F-4D97-AF65-F5344CB8AC3E}">
        <p14:creationId xmlns:p14="http://schemas.microsoft.com/office/powerpoint/2010/main" val="9895011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2BE31-A950-4214-9E65-E5810AFF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예시로 확인하기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AA1E3-75D6-4F9C-8EE3-E4D8367B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노력요함과 매우잘함은 무엇이 다를까요?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E3601-3B16-4586-A054-0C7AE5C1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F3A0C-8671-4082-8F1B-38C3028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E8E8"/>
          </a:solidFill>
          <a:ln xmlns:a="http://schemas.openxmlformats.org/drawingml/2006/main" w="11430">
            <a:solidFill>
              <a:srgbClr val="F5B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58AEE-F40D-44F2-8B8D-A771FA53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F7EF"/>
          </a:solidFill>
          <a:ln xmlns:a="http://schemas.openxmlformats.org/drawingml/2006/main" w="11430">
            <a:solidFill>
              <a:srgbClr val="A9DD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56303-7D27-4369-8090-AF4BD0B6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노력요함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06D1B-A5B6-45B2-A28F-D4BDBB4D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756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이건 아닌 것 같아요.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재미없어요.</a:t>
            </a:r>
          </a:p>
          <a:p xmlns:a="http://schemas.openxmlformats.org/drawingml/2006/main">
            <a:pPr>
              <a:defRPr sz="23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싫어요.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9F31E-596E-4F1A-A896-9E065D47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의견은 있지만 이유와 기사 근거가 부족해요.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C4E40-75DC-4EC7-9B19-359FF3BA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매우잘함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A5E15-14A9-401D-B096-89A391A1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7180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나는 천천히 정해야 한다고 생각합니다.</a:t>
            </a:r>
          </a:p>
          <a:p xmlns:a="http://schemas.openxmlformats.org/drawingml/2006/main">
            <a:pPr>
              <a:defRPr sz="19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왜냐하면 기사에서 걱정하는 사람이 많다고 했기 때문입니다.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92217-92DA-4277-A566-6822059C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E6C84"/>
                </a:solidFill>
                <a:latin typeface="Arial"/>
                <a:ea typeface="Arial"/>
                <a:cs typeface="Arial"/>
              </a:rPr>
              <a:t>의견, 이유, 기사 내용이 연결되어 있어요.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FED47-91DB-4618-BF78-C05782F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7</a:t>
            </a:r>
          </a:p>
        </p:txBody>
      </p:sp>
    </p:spTree>
    <p:extLst>
      <p:ext uri="{BB962C8B-B14F-4D97-AF65-F5344CB8AC3E}">
        <p14:creationId xmlns:p14="http://schemas.microsoft.com/office/powerpoint/2010/main" val="13487604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BFC3E-9849-487F-9D65-5F7A22E8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평가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54C46-FFA1-425F-B611-4066F2B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수행평가에서는 네 가지를 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F68FB-A4FC-4DB7-87BD-512830F0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0E2EC-2B8C-4677-9756-43EB54BF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EEA31-F616-4F81-8602-04C87C15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C8A1-7891-4746-87E1-C433F509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193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이해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55B37-341B-43A1-8229-56282F2F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669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기사의 중요한 내용을 정확히 찾았나요?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58AFA-FB5B-4B00-942D-EAA7FCCF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C2E68-FA46-4615-A46C-6458B6D4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B6F0F-B586-4EED-8BA4-D24F858C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3F32E-3F2C-4BBA-B56A-F3D29C8B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기사에 대한 자기 의견이 분명한가요?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6D857-B0EA-45A4-86DA-B5B75FD8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7F477-A519-471A-9627-F3FC212A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E883E-567F-44ED-A8F5-EEECAD91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71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이유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30716-5F05-473F-9BC5-709C3B67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195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왜 그렇게 생각하는지 이유가 있나요?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E616D-2CA5-42CF-BB8A-E361C897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890AA-6290-4297-AF99-EBC435E0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2AA47-EBDF-44B9-A423-77B08B27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48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표현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88078C-106F-4B37-BE63-1C0F5F3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958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E6C84"/>
                </a:solidFill>
                <a:latin typeface="Arial"/>
                <a:ea typeface="Arial"/>
                <a:cs typeface="Arial"/>
              </a:rPr>
              <a:t>존중하는 말과 알맞은 문장으로 썼나요?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AE9F0-D79F-4E20-843B-31E6DF66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매우잘함은 기사 내용과 내 생각, 이유가 모두 연결된 글입니다.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7D7FB-39A3-4AC3-9B28-0BF20D61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8</a:t>
            </a:r>
          </a:p>
        </p:txBody>
      </p:sp>
    </p:spTree>
    <p:extLst>
      <p:ext uri="{BB962C8B-B14F-4D97-AF65-F5344CB8AC3E}">
        <p14:creationId xmlns:p14="http://schemas.microsoft.com/office/powerpoint/2010/main" val="13433265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856A9-C6AC-434B-9DD7-0257B2CF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제출 전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700B6-0F86-47D3-A2AA-B398FB28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39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노션에 올리기 전 10초만 점검합니다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9CC32-0509-4D38-AAAA-B626A9E3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66332-C76A-4BF8-95B1-722D7DE5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574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69F0F-FA05-434A-BA12-7BFA6DD2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기사에서 중요한 내용을 찾았나요?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DB99-EEDF-4145-ABCC-A7EB5639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D3983-61DC-448B-81AE-084D0714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527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내 생각이 한 문장으로 보이나요?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F92EF-CCDF-4F61-AB41-5B9517D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2F84E-4ADB-411F-AD3A-C53ACA6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213A"/>
                </a:solidFill>
                <a:latin typeface="Arial"/>
                <a:ea typeface="Arial"/>
                <a:cs typeface="Arial"/>
              </a:rPr>
              <a:t>왜 그렇게 생각했는지 이유를 썼나요?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8EE5E-9C7A-4474-937E-738DC5DC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33213-EFC5-4F6D-8192-602D10B1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862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기사 내용과 내 의견이 연결되어 있나요?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B2F3B-830A-4F4E-8162-023398FE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244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69608"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F766E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8C66E-0BC4-455B-A3EA-629EFC3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529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1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13A"/>
                </a:solidFill>
                <a:latin typeface="Arial"/>
                <a:ea typeface="Arial"/>
                <a:cs typeface="Arial"/>
              </a:rPr>
              <a:t>존중하는 표현을 사용했나요?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5F9C4-5556-424E-A713-1F7063C6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6F5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다섯 가지가 보이면 자신 있게 제출합니다.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B9A9C-6982-4792-92DB-1990A030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636270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E6C84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E6C84"/>
                </a:solidFill>
                <a:latin typeface="Arial"/>
                <a:ea typeface="Arial"/>
                <a:cs typeface="Arial"/>
              </a:rPr>
              <a:t>노션 신문기사 생각쓰기 수행평가 | 9</a:t>
            </a:r>
          </a:p>
        </p:txBody>
      </p:sp>
    </p:spTree>
    <p:extLst>
      <p:ext uri="{BB962C8B-B14F-4D97-AF65-F5344CB8AC3E}">
        <p14:creationId xmlns:p14="http://schemas.microsoft.com/office/powerpoint/2010/main" val="20072378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896C3-EF97-417F-8336-385165CB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E2C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9E2C8"/>
                </a:solidFill>
                <a:latin typeface="Arial"/>
                <a:ea typeface="Arial"/>
                <a:cs typeface="Arial"/>
              </a:rPr>
              <a:t>제출할 글의 핵심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AF368-4E5A-4501-A40C-9D5C8F2E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기사를 읽고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내 생각과 이유를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분명하게 쓰기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B834B-7004-4507-A810-7C0F3C52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8191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2325D"/>
          </a:solidFill>
          <a:ln xmlns:a="http://schemas.openxmlformats.org/drawingml/2006/main" w="11430">
            <a:solidFill>
              <a:srgbClr val="40538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969DD-3415-40FA-B760-B0D81F6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나는 ___라고 생각해요. 왜냐하면 ___ 때문이에요.</a:t>
            </a:r>
          </a:p>
        </p:txBody>
      </p:sp>
    </p:spTree>
    <p:extLst>
      <p:ext uri="{BB962C8B-B14F-4D97-AF65-F5344CB8AC3E}">
        <p14:creationId xmlns:p14="http://schemas.microsoft.com/office/powerpoint/2010/main" val="1508675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2026-08-21T09:45:10.0240000Z</dcterms:created>
  <dcterms:modified xsi:type="dcterms:W3CDTF">2026-08-21T09:45:10.0240000Z</dcterms:modified>
</coreProperties>
</file>