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a029f914cd4ff1" /><Relationship Type="http://schemas.openxmlformats.org/officeDocument/2006/relationships/extended-properties" Target="/docProps/app.xml" Id="R9111550c332144b7" /><Relationship Type="http://schemas.openxmlformats.org/officeDocument/2006/relationships/officeDocument" Target="/ppt/presentation.xml" Id="Rdb840879163d42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cead3bba3f4cbd"/>
  </p:sldMasterIdLst>
  <p:notesMasterIdLst>
    <p:notesMasterId xmlns:r="http://schemas.openxmlformats.org/officeDocument/2006/relationships" r:id="Rd4fa6c4e7ade4439"/>
  </p:notesMasterIdLst>
  <p:sldIdLst>
    <p:sldId xmlns:r="http://schemas.openxmlformats.org/officeDocument/2006/relationships" id="256" r:id="R84e62926d09c4ab3"/>
    <p:sldId xmlns:r="http://schemas.openxmlformats.org/officeDocument/2006/relationships" id="257" r:id="R5d604aec8cfa46f1"/>
    <p:sldId xmlns:r="http://schemas.openxmlformats.org/officeDocument/2006/relationships" id="258" r:id="Rb4c47d4ae3fa42eb"/>
    <p:sldId xmlns:r="http://schemas.openxmlformats.org/officeDocument/2006/relationships" id="259" r:id="R717b8805cb154d26"/>
    <p:sldId xmlns:r="http://schemas.openxmlformats.org/officeDocument/2006/relationships" id="260" r:id="R38fef70984e74d10"/>
    <p:sldId xmlns:r="http://schemas.openxmlformats.org/officeDocument/2006/relationships" id="261" r:id="R3efb25716fd74fb5"/>
    <p:sldId xmlns:r="http://schemas.openxmlformats.org/officeDocument/2006/relationships" id="262" r:id="Rf6205e7d52c74945"/>
    <p:sldId xmlns:r="http://schemas.openxmlformats.org/officeDocument/2006/relationships" id="263" r:id="R07f8c07134c34c0e"/>
    <p:sldId xmlns:r="http://schemas.openxmlformats.org/officeDocument/2006/relationships" id="264" r:id="R786ba171cb4b44f6"/>
    <p:sldId xmlns:r="http://schemas.openxmlformats.org/officeDocument/2006/relationships" id="265" r:id="R0967e2ffb69240ed"/>
    <p:sldId xmlns:r="http://schemas.openxmlformats.org/officeDocument/2006/relationships" id="266" r:id="R217f7a5bd6c148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1b6527d5504982" /><Relationship Type="http://schemas.openxmlformats.org/officeDocument/2006/relationships/slideMaster" Target="/ppt/slideMasters/slideMaster1.xml" Id="R88cead3bba3f4cbd" /><Relationship Type="http://schemas.openxmlformats.org/officeDocument/2006/relationships/notesMaster" Target="/ppt/notesMasters/notesMaster1.xml" Id="Rd4fa6c4e7ade4439" /><Relationship Type="http://schemas.openxmlformats.org/officeDocument/2006/relationships/presProps" Target="/ppt/presProps.xml" Id="R647559f9843a4cb2" /><Relationship Type="http://schemas.openxmlformats.org/officeDocument/2006/relationships/tableStyles" Target="/ppt/tableStyles.xml" Id="Rec22f28833a746dd" /><Relationship Type="http://schemas.openxmlformats.org/officeDocument/2006/relationships/slide" Target="/ppt/slides/slide1.xml" Id="R84e62926d09c4ab3" /><Relationship Type="http://schemas.openxmlformats.org/officeDocument/2006/relationships/slide" Target="/ppt/slides/slide2.xml" Id="R5d604aec8cfa46f1" /><Relationship Type="http://schemas.openxmlformats.org/officeDocument/2006/relationships/slide" Target="/ppt/slides/slide3.xml" Id="Rb4c47d4ae3fa42eb" /><Relationship Type="http://schemas.openxmlformats.org/officeDocument/2006/relationships/slide" Target="/ppt/slides/slide4.xml" Id="R717b8805cb154d26" /><Relationship Type="http://schemas.openxmlformats.org/officeDocument/2006/relationships/slide" Target="/ppt/slides/slide5.xml" Id="R38fef70984e74d10" /><Relationship Type="http://schemas.openxmlformats.org/officeDocument/2006/relationships/slide" Target="/ppt/slides/slide6.xml" Id="R3efb25716fd74fb5" /><Relationship Type="http://schemas.openxmlformats.org/officeDocument/2006/relationships/slide" Target="/ppt/slides/slide7.xml" Id="Rf6205e7d52c74945" /><Relationship Type="http://schemas.openxmlformats.org/officeDocument/2006/relationships/slide" Target="/ppt/slides/slide8.xml" Id="R07f8c07134c34c0e" /><Relationship Type="http://schemas.openxmlformats.org/officeDocument/2006/relationships/slide" Target="/ppt/slides/slide9.xml" Id="R786ba171cb4b44f6" /><Relationship Type="http://schemas.openxmlformats.org/officeDocument/2006/relationships/slide" Target="/ppt/slides/slide10.xml" Id="R0967e2ffb69240ed" /><Relationship Type="http://schemas.openxmlformats.org/officeDocument/2006/relationships/slide" Target="/ppt/slides/slide11.xml" Id="R217f7a5bd6c148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969e59de07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146eccbb94758" /><Relationship Type="http://schemas.openxmlformats.org/officeDocument/2006/relationships/notesMaster" Target="/ppt/notesMasters/notesMaster1.xml" Id="R2b08048840d3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8779809674d7c" /><Relationship Type="http://schemas.openxmlformats.org/officeDocument/2006/relationships/notesMaster" Target="/ppt/notesMasters/notesMaster1.xml" Id="R2d8fe2d6575340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f9821f17d14478" /><Relationship Type="http://schemas.openxmlformats.org/officeDocument/2006/relationships/notesMaster" Target="/ppt/notesMasters/notesMaster1.xml" Id="R4df20341bc4a48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1267b120644fcf" /><Relationship Type="http://schemas.openxmlformats.org/officeDocument/2006/relationships/notesMaster" Target="/ppt/notesMasters/notesMaster1.xml" Id="R92b3ce969e844c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f5d10e05c0423f" /><Relationship Type="http://schemas.openxmlformats.org/officeDocument/2006/relationships/notesMaster" Target="/ppt/notesMasters/notesMaster1.xml" Id="R5436f4b6634847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6fc679c1c43ee" /><Relationship Type="http://schemas.openxmlformats.org/officeDocument/2006/relationships/notesMaster" Target="/ppt/notesMasters/notesMaster1.xml" Id="Rd02cb78fe65c4c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5144ffac4e4eb0" /><Relationship Type="http://schemas.openxmlformats.org/officeDocument/2006/relationships/notesMaster" Target="/ppt/notesMasters/notesMaster1.xml" Id="Rabb535f173bf4d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2fe078a09c4507" /><Relationship Type="http://schemas.openxmlformats.org/officeDocument/2006/relationships/notesMaster" Target="/ppt/notesMasters/notesMaster1.xml" Id="R8a756a555d33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6b896fd43a4c91" /><Relationship Type="http://schemas.openxmlformats.org/officeDocument/2006/relationships/notesMaster" Target="/ppt/notesMasters/notesMaster1.xml" Id="R614dc1ec28624b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f03db7b7a844c4" /><Relationship Type="http://schemas.openxmlformats.org/officeDocument/2006/relationships/notesMaster" Target="/ppt/notesMasters/notesMaster1.xml" Id="R45453406ba0743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4862e704504d70" /><Relationship Type="http://schemas.openxmlformats.org/officeDocument/2006/relationships/notesMaster" Target="/ppt/notesMasters/notesMaster1.xml" Id="R0942958460b3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얘들아, 댓글은 짧게 쓰는 글이지만 아무 말이나 쓰는 곳은 아니에요.</a:t>
            </a:r>
          </a:p>
          <a:p xmlns:a="http://schemas.openxmlformats.org/drawingml/2006/main">
            <a:r>
              <a:t>좋은 댓글은 내 생각이 보이고, 왜 그렇게 생각했는지도 보여야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자, '재미없어요', '싫어요'만 쓰면 좋은 글일까요? 아니죠.</a:t>
            </a:r>
          </a:p>
          <a:p xmlns:a="http://schemas.openxmlformats.org/drawingml/2006/main">
            <a:r>
              <a:t>왜냐하면 내 생각은 보일 수 있지만, 이유가 없어서 읽는 사람이 납득하기 어렵습니다.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기사는 아무 일이나 쓰는 글이 아니에요. 우리 사회에서 중요하니까 기사로 나오는 거예요.</a:t>
            </a:r>
          </a:p>
          <a:p xmlns:a="http://schemas.openxmlformats.org/drawingml/2006/main">
            <a:r>
              <a:t>그래서 '무슨 일이 있었지?', '누가 관련되어 있지?', '왜 중요한 일이지?'를 먼저 찾아야 합니다.</a:t>
            </a:r>
          </a:p>
          <a:p xmlns:a="http://schemas.openxmlformats.org/drawingml/2006/main">
            <a:r>
              <a:t>그리고 기사 안에 있는 내용이 사실인지, 쓴 사람의 의견인지도 구분해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 의견의 방향을 정해야 해요. 기사와 같이 생각할 수도 있고, 다르게 생각할 수도 있어요.</a:t>
            </a:r>
          </a:p>
          <a:p xmlns:a="http://schemas.openxmlformats.org/drawingml/2006/main">
            <a:r>
              <a:t>중요한 건 '왜 그렇게 생각했는지'를 기사에서 찾은 내용과 연결하는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이렇게 써야 합니다. '나는 무엇이라고 생각해요.' 그리고 '왜냐하면 무엇 때문이에요.'</a:t>
            </a:r>
          </a:p>
          <a:p xmlns:a="http://schemas.openxmlformats.org/drawingml/2006/main">
            <a:r>
              <a:t>두 가지가 완성되어야 수행평가에서 의견이 드러난 글로 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글쓰기 평가에서는 내용만 보는 것이 아니에요. 존중하는 표현도 평가합니다.</a:t>
            </a:r>
          </a:p>
          <a:p xmlns:a="http://schemas.openxmlformats.org/drawingml/2006/main">
            <a:r>
              <a:t>다른 의견을 말할 수 있지만, 비난하거나 놀리는 말로 쓰면 좋은 댓글이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짧게 '싫어요'라고 쓰면 노력요함입니다. 왜 그런지 알 수 없기 때문이에요.</a:t>
            </a:r>
          </a:p>
          <a:p xmlns:a="http://schemas.openxmlformats.org/drawingml/2006/main">
            <a:r>
              <a:t>반대로 '나는 천천히 정해야 한다고 생각합니다. 왜냐하면 기사에서 걱정하는 사람이 많다고 했기 때문입니다.'처럼 쓰면 의견과 이유가 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기준을 잘 들어야 합니다. 문제를 읽고 푸는 것처럼, 수행평가도 기준을 알고 해야 해요.</a:t>
            </a:r>
          </a:p>
          <a:p xmlns:a="http://schemas.openxmlformats.org/drawingml/2006/main">
            <a:r>
              <a:t>기사 내용과 관련이 있어야 하고, 정확하게 이해해야 하고, 내 생각과 이유가 있어야 하고, 존중하는 표현을 써야 매우잘함입니다.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QR로 들어가서 피드 또는 수행평가 페이지를 찾습니다.</a:t>
            </a:r>
          </a:p>
          <a:p xmlns:a="http://schemas.openxmlformats.org/drawingml/2006/main">
            <a:r>
              <a:t>이름을 찾아서 제출하도록 하면 학번을 잘못 써도 확인하기 쉽습니다.</a:t>
            </a:r>
          </a:p>
          <a:p xmlns:a="http://schemas.openxmlformats.org/drawingml/2006/main">
            <a:r>
              <a:t>평가 기준을 듣기 전에 쓴 내용은 다시 제출하게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제출하기 전에 10초만 확인하게 합니다.</a:t>
            </a:r>
          </a:p>
          <a:p xmlns:a="http://schemas.openxmlformats.org/drawingml/2006/main">
            <a:r>
              <a:t>특히 '내 의견'과 '왜냐하면'이 빠졌는지 확인하도록 말해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 다시 강조합니다. 좋은 댓글은 반응이 아니라 생각을 책임 있게 보여 주는 글입니다.</a:t>
            </a:r>
          </a:p>
          <a:p xmlns:a="http://schemas.openxmlformats.org/drawingml/2006/main">
            <a:r>
              <a:t>학생들이 문장 틀을 보고 바로 제출할 수 있도록 마무리합니다.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예시를 바탕으로 학생 안내 말투와 평가 기준 설명을 재구성함.</a:t>
            </a:r>
          </a:p>
          <a:p xmlns:a="http://schemas.openxmlformats.org/drawingml/2006/main">
            <a:r>
              <a:t>기존 신문기사 댓글쓰기 수업자료의 평가 요소와 Notion 제출 흐름을 보강함.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e3fd5a0304d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669e6e0b704c63" /><Relationship Type="http://schemas.openxmlformats.org/officeDocument/2006/relationships/slideLayout" Target="/ppt/slideLayouts/slideLayout1.xml" Id="R61e7a87182374b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e7a87182374b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ed166d7141ff" /><Relationship Type="http://schemas.openxmlformats.org/officeDocument/2006/relationships/image" Target="/ppt/media/image.png" Id="R895d09d372aa436b" /><Relationship Type="http://schemas.openxmlformats.org/officeDocument/2006/relationships/notesSlide" Target="/ppt/notesSlides/notesSlide1.xml" Id="Rc0702224783e42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34408e6db4d18" /><Relationship Type="http://schemas.openxmlformats.org/officeDocument/2006/relationships/notesSlide" Target="/ppt/notesSlides/notesSlide2.xml" Id="Rb7238fe93dd449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ac4faef1e4492" /><Relationship Type="http://schemas.openxmlformats.org/officeDocument/2006/relationships/notesSlide" Target="/ppt/notesSlides/notesSlide3.xml" Id="Red8413500f0648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9c2b5e07f4de6" /><Relationship Type="http://schemas.openxmlformats.org/officeDocument/2006/relationships/notesSlide" Target="/ppt/notesSlides/notesSlide4.xml" Id="Re9b09cdcb8544c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d157d8b904029" /><Relationship Type="http://schemas.openxmlformats.org/officeDocument/2006/relationships/notesSlide" Target="/ppt/notesSlides/notesSlide5.xml" Id="R959f7b6cc70149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ff7df56704c27" /><Relationship Type="http://schemas.openxmlformats.org/officeDocument/2006/relationships/notesSlide" Target="/ppt/notesSlides/notesSlide6.xml" Id="Rcdd36b6cadc545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3f228d7c0446e" /><Relationship Type="http://schemas.openxmlformats.org/officeDocument/2006/relationships/notesSlide" Target="/ppt/notesSlides/notesSlide7.xml" Id="Rae75cbc0d6e44e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09c260e534b7f" /><Relationship Type="http://schemas.openxmlformats.org/officeDocument/2006/relationships/notesSlide" Target="/ppt/notesSlides/notesSlide8.xml" Id="Rf4c8c3f8c0dc48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513f4c9a24177" /><Relationship Type="http://schemas.openxmlformats.org/officeDocument/2006/relationships/notesSlide" Target="/ppt/notesSlides/notesSlide9.xml" Id="Ra6a48017ac5d43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7cfbd4e1c4731" /><Relationship Type="http://schemas.openxmlformats.org/officeDocument/2006/relationships/notesSlide" Target="/ppt/notesSlides/notesSlide10.xml" Id="Rf2b8c7fb884944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972ca7f814e91" /><Relationship Type="http://schemas.openxmlformats.org/officeDocument/2006/relationships/notesSlide" Target="/ppt/notesSlides/notesSlide11.xml" Id="R0354a23b43204a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0B136-6DA1-4908-A5E5-C6486102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381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댓글은 짧아도</a:t>
            </a:r>
          </a:p>
          <a:p xmlns:a="http://schemas.openxmlformats.org/drawingml/2006/main">
            <a:pPr>
              <a:defRPr sz="42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생각이 보여야 해요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56F4B-75E9-4AEF-B203-37C20B2E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신문기사 읽기 → 내 의견 정하기 → 이유 쓰기 → 예절 지키기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07500-B2AF-483E-ABD8-505F242C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47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E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592D0-0742-462E-9D89-616B24FB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51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오늘 목표: 그냥 느낌을 쓰는 댓글이 아니라, 기사와 연결된 의견 글을 제출합니다.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d09d372aa436b"/>
          <a:srcRect xmlns:a="http://schemas.openxmlformats.org/drawingml/2006/main" l="15217" t="0" r="152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838200"/>
            <a:ext cx="3048000" cy="43815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4770343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51A73-2DE4-4382-8C6D-E9F580BA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좋은 글쓰기의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78E55-1CA0-4056-9F3E-06BB452A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생각과 이유가 없으면 좋은 글일까요?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3BD85-942C-4F62-A17C-DB546C22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10E86-1E93-4A40-B7F1-C44E800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4B94F-D972-4EAF-B461-D67F7F7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B1697-81B7-4AAB-A790-883D939E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아니에요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46A8B-D70E-48B4-8650-595F97A9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13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재미없어요.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싫어요.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이건 아닌 것 같아요.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24603-F9BD-4AC0-B8DE-B7E5AEE4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왜 그렇게 생각하는지 알 수 없어요.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16B66-6667-40E5-BE6E-E8AF530E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F9836-3FB0-4225-84CF-9D26AE43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905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2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___라고 생각해요.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___이기 때문이에요.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D9602-105E-4118-BF9A-39AEC024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의견과 이유가 함께 보여요.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0D5FF-B148-445A-B5C2-97E32253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평가에서는 긴 글보다 ‘생각 + 이유’가 보이는 글을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90E63-70DF-4106-91B9-E6741B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2</a:t>
            </a:r>
          </a:p>
        </p:txBody>
      </p:sp>
    </p:spTree>
    <p:extLst>
      <p:ext uri="{BB962C8B-B14F-4D97-AF65-F5344CB8AC3E}">
        <p14:creationId xmlns:p14="http://schemas.microsoft.com/office/powerpoint/2010/main" val="16316500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5CA66-C85A-4B1A-8E54-216089B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1단계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03D3D-E6D8-4B60-82BD-F0E0C56F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먼저 기사에서 중요한 내용을 찾아요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7E0D6-62A1-49FC-A237-68B3FA48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E9F93-9496-4107-8C5A-DC66C8EF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20FA6-A112-48F8-A619-907CA38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무슨 일이 있었나요?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D5698-6EBA-4C86-BB8F-2E546956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기사의 핵심 사건을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95B17-CEB0-4549-8A01-A8894A3F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AE91A-7922-47AC-ACAD-CF68F40D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누가 관련되어 있나요?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D6EC2-861B-4114-AAEA-DB72F649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사람, 기관, 지역 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B2D1E-8DF3-4C20-9D72-A6144A4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84D3F-4943-4CCD-8B53-F340804B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왜 중요할까요?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BC31F-B76C-4463-BBA8-75414FBE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우리 사회와 어떤 관련이 있는지 생각하기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54E32-64B9-4D5B-8B65-F6A706DA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F6A6F-0A72-4E9E-93F8-154AA4A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사실인가요, 의견인가요?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8291D-4686-487B-9635-76FD5319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기자가 전한 사실과 주장 구분하기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0A58E-D9D8-4925-9AAB-4DDAF906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3</a:t>
            </a:r>
          </a:p>
        </p:txBody>
      </p:sp>
    </p:spTree>
    <p:extLst>
      <p:ext uri="{BB962C8B-B14F-4D97-AF65-F5344CB8AC3E}">
        <p14:creationId xmlns:p14="http://schemas.microsoft.com/office/powerpoint/2010/main" val="18183854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0B255-17F1-4998-B22E-426951FF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2단계 생각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931EA-8F17-4201-9A47-40A4DCA1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의견의 방향을 정해요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9D61D-298B-48BD-9483-4E36ABE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2F753-952E-43B3-B0C8-071FCA01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6FE00-A622-4D3D-ACF1-AC62AF68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1430">
            <a:solidFill>
              <a:srgbClr val="B8D8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25F34-5608-4F7C-88DB-6BF43C65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EFCB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6DE01-9E4B-48A8-9CB9-C2D8174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같이 생각해요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F2078-6BDA-437E-81B3-3F0420D1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기사와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같은 의견이에요.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7E8AE-DE87-49F1-95A9-DF9A9F79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다르게 생각해요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1009D-E041-4C03-A743-4C0DCBA7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기사와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다른 의견이에요.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242A1-7C78-47F5-B08F-EA70DCBD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더 생각해요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19B65-D36B-4BA5-9C37-0170AF15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바로 정하기보다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조금 더 살펴봐요.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9093D-6A3A-4A32-8582-0EE9BE68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의견은 정답 맞히기가 아니라, 기사 내용을 바탕으로 내 방향을 세우는 일입니다.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B67BB-1020-4779-B7EC-5F1DAD06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4</a:t>
            </a:r>
          </a:p>
        </p:txBody>
      </p:sp>
    </p:spTree>
    <p:extLst>
      <p:ext uri="{BB962C8B-B14F-4D97-AF65-F5344CB8AC3E}">
        <p14:creationId xmlns:p14="http://schemas.microsoft.com/office/powerpoint/2010/main" val="11348696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ED28B-5048-4250-B31E-8D952173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3단계 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5E0C8-7B62-4D38-A4CB-78A73A8A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의견 제출은 두 문장부터 시작해요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4CE1B-87E2-49FA-B4F9-0CBF01BD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E3314-9412-4A79-87D2-CA44760C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047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BEC81-FAFE-4A62-BED4-4D1C579A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__________________ 라고 생각해요.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D7255-6336-4B48-B043-1AA94A41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047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42447-1E8C-4C6E-BB43-1094D86E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__________________ 때문이에요.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C697A-C1B8-4C01-98DE-EF191F91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두 문장 또는 세 문장으로 써도 됩니다. 중요한 것은 의견과 이유가 함께 있는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664DB-C047-4638-881B-9B973A9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5</a:t>
            </a:r>
          </a:p>
        </p:txBody>
      </p:sp>
    </p:spTree>
    <p:extLst>
      <p:ext uri="{BB962C8B-B14F-4D97-AF65-F5344CB8AC3E}">
        <p14:creationId xmlns:p14="http://schemas.microsoft.com/office/powerpoint/2010/main" val="9317089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E50B6-FBF9-48BE-B8B5-7B453D45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댓글 예절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2215A-3563-4244-AC29-12B501F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의견을 써도 말은 존중해야 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BEF25-B1D5-4907-B2A9-F180A272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3A92C-3164-4EC2-B96E-C61B702E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66CD3-4F56-439F-8C17-639C5524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0638B-7213-42D3-8F4D-AAED306D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피해야 해요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E0FC0-3615-4D6D-9AF1-0C27480B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비난하거나 놀리는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확인하지 않은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친구 이름을 넣어 장난치는 말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화난 느낌만 쓰는 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73C52-1AEA-45F8-ACD5-1712EAB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55ACD-97AE-457F-B2B8-97012B2C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저는 ___라고 생각합니다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기사에서 ___라고 했기 때문입니다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다른 생각도 있을 수 있습니다</a:t>
            </a:r>
          </a:p>
          <a:p xmlns:a="http://schemas.openxmlformats.org/drawingml/2006/main">
            <a:pPr>
              <a:defRPr sz="1875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6213A"/>
                </a:solidFill>
                <a:latin typeface="Arial"/>
                <a:ea typeface="Arial"/>
                <a:cs typeface="Arial"/>
              </a:rPr>
              <a:t>- 함께 해결 방법을 찾아야 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838A2-0F40-48A0-84D0-81B9465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댓글은 내 생각을 남기는 글이지만, 다른 사람이 읽는 공적인 글입니다.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668E3-D21A-40A1-8562-30A8CE15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6</a:t>
            </a:r>
          </a:p>
        </p:txBody>
      </p:sp>
    </p:spTree>
    <p:extLst>
      <p:ext uri="{BB962C8B-B14F-4D97-AF65-F5344CB8AC3E}">
        <p14:creationId xmlns:p14="http://schemas.microsoft.com/office/powerpoint/2010/main" val="816038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C6D21-D6E5-4757-A64F-B0197769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예시로 확인하기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59679-7702-464B-9298-2D57605F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노력요함과 매우잘함은 무엇이 다를까요?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1BDB9-6D5C-4882-BFD8-6459299A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8DE16-A765-4CDC-8B05-F99CDD8D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582CE-E14C-4316-98C6-1B1D4C60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29341-A413-4199-AE7C-EC9B7058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노력요함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67401-2F2C-4016-9D9D-EACAE90C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756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이건 아닌 것 같아요.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재미없어요.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싫어요.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9B7BF-9B8C-4AF5-9FEB-02698675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의견은 있지만 이유와 기사 근거가 부족해요.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1A069-D96D-42F8-A31E-D55C3AB4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매우잘함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7D16E-CEA5-49F2-B89C-0C68EC98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7180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천천히 정해야 한다고 생각합니다.</a:t>
            </a:r>
          </a:p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기사에서 걱정하는 사람이 많다고 했기 때문입니다.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2CEBC-F807-4082-A3F9-348B948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의견, 이유, 기사 내용이 연결되어 있어요.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82F8F-EDE1-40F7-A962-32F6D05F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7</a:t>
            </a:r>
          </a:p>
        </p:txBody>
      </p:sp>
    </p:spTree>
    <p:extLst>
      <p:ext uri="{BB962C8B-B14F-4D97-AF65-F5344CB8AC3E}">
        <p14:creationId xmlns:p14="http://schemas.microsoft.com/office/powerpoint/2010/main" val="4553610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B69BA-A14A-410B-9AB3-A5D92A4A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평가 기준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A788D-E4EA-4688-8212-76850CBD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매우잘함은 네 가지가 모두 보여야 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60E7C-1283-4C91-ACE2-BC98D2E1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706F8-BCEB-4192-B928-0AEB6F52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D3518-6FCF-4C74-8E1A-943B6DA4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6A4E4-6DCD-42C9-B440-B48BD1E7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기사와 관련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29412-4DF5-4773-843D-255F0CC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댓글이 기사 내용과 연결되어 있나요?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8964C-869D-4AC8-AC5B-96D751E7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561F5-D439-4859-8129-CCAF81E7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C3112-A9F6-4DF2-B27B-D0AD0411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정확한 이해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6EE20-101F-4361-BEB1-46BF07FD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무슨 일이 있었는지 바르게 이해했나요?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368D2-0926-4A53-AB3B-FAD89DA7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C31CD-59BC-485A-869E-E352455B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4A004-62AA-45A7-B9B2-C244214F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생각과 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30FD1-28E4-4871-9656-1ACDF7EC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의견과 그렇게 생각한 이유가 있나요?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7567F-5823-452E-9041-38972364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03CA9-488F-4C61-8F76-2EB2AD6C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43B7F-C29C-424F-A8AB-EF5EA4B8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존중하는 표현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05B51-C3E9-43FB-A153-B455C31A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다른 사람이 읽어도 괜찮은 말인가요?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E5FC0-FC85-450E-9518-C77ECECD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수행평가는 ‘내 마음대로 잘 쓰기’가 아니라, 평가 기준에 맞게 보여 주는 활동입니다.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0A0A6-1159-41BE-B5C8-C4ECF477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8</a:t>
            </a:r>
          </a:p>
        </p:txBody>
      </p:sp>
    </p:spTree>
    <p:extLst>
      <p:ext uri="{BB962C8B-B14F-4D97-AF65-F5344CB8AC3E}">
        <p14:creationId xmlns:p14="http://schemas.microsoft.com/office/powerpoint/2010/main" val="5704107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C992C-F131-4B0A-91D6-726FC53B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Notion 제출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43931-A5DF-4E46-8597-124B9B82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댓글이 어려우면 의견 제출부터 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06F8E-2B14-4843-85E4-9B586EC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402F5-57F0-4A81-88FC-5AFD1C73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41666-8900-4D77-8206-C91B6C6A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8E325-FFFE-4F87-8EDC-A9BF4F67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QR 접속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8D5D9-3C1C-4C72-9950-0957355D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수업 페이지로 들어가기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F1904-EE39-48D4-9087-6B077111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01DE0-67F2-4F30-BB27-4F61514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420CD-E0C2-4B25-B401-D583853F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피드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E9149-E387-4A75-AA05-5313DAC8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95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9264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읽기 또는 수행평가 DB 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E00B2-043B-48F6-9E64-77306B5C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2C00C-CC79-4093-979B-FE32AC8E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D1260-83D8-4D2E-AB16-728E904E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71117-67C4-4FD5-A88A-01AD38A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내 이름을 찾아 제출하기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084DE-245D-444A-8E6B-AB55C045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28850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55C49-14CE-4DF0-817E-59AE8D09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5906F-D9F3-4493-B63E-53DEFCA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의견 제출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172A2-0700-4A56-91FA-73C708BB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의견과 이유를 두 문장 이상 쓰기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8CCB9-3A3E-4A89-A171-3610D615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먼저 쓴 내용이 평가 기준을 듣기 전이라면 다시 제출하도록 안내합니다.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BB3E9-0E4E-496F-B12D-75BCA6E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9</a:t>
            </a:r>
          </a:p>
        </p:txBody>
      </p:sp>
    </p:spTree>
    <p:extLst>
      <p:ext uri="{BB962C8B-B14F-4D97-AF65-F5344CB8AC3E}">
        <p14:creationId xmlns:p14="http://schemas.microsoft.com/office/powerpoint/2010/main" val="20284056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44D04-4032-4E8D-84B5-E9DCFE58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제출 전 10초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6FBFD-9A38-459C-B05B-2D53CDA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댓글을 한 번만 더 확인해요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21CB4-09E9-4519-A45C-9DF16D51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D6CAF-5780-45BA-886F-CA83FC4C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14AEE-D6C0-4C97-BA02-CD38B182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050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기사에서 중요한 내용을 찾았나요?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440AB-37C0-4FDA-A500-91F31A70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3BED7-A648-4093-B8DB-A09CA8A9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717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의견이 분명히 보이나요?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1C465-55C1-494B-B774-76B25CE3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70D64-F887-4538-9192-E81ED29D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385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 그렇게 생각했는지 이유를 썼나요?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2B4CB-389C-4FCA-8949-BF48E62B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24F2D-3586-4DAA-8FED-05DF0C2F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052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 속 내용과 연결했나요?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04531-A612-4D75-AAED-DEA349C3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37049-13A8-465B-BE52-76652272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720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존중하는 표현을 사용했나요?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C1DDB-E5A3-4F1B-A3F8-4A9CF671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다섯 가지가 보이면 자신 있게 제출합니다.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79106-DAA2-415E-913C-4E582FFC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신문기사 댓글 평가 안내 | 10</a:t>
            </a:r>
          </a:p>
        </p:txBody>
      </p:sp>
    </p:spTree>
    <p:extLst>
      <p:ext uri="{BB962C8B-B14F-4D97-AF65-F5344CB8AC3E}">
        <p14:creationId xmlns:p14="http://schemas.microsoft.com/office/powerpoint/2010/main" val="18515316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93CDE-26D6-48FB-9CA4-7C39980F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좋은 댓글은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생각을 책임 있게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보여 주는 글입니다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E0395-D9F1-435B-98CB-78A6C653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809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25D"/>
          </a:solidFill>
          <a:ln xmlns:a="http://schemas.openxmlformats.org/drawingml/2006/main" w="11430">
            <a:solidFill>
              <a:srgbClr val="4053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45539-486E-485F-B0D5-A843D866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나는 ___라고 생각해요. 왜냐하면 ___이기 때문이에요.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A7497-CC86-4CB9-970C-91B96FEC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E2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E2C8"/>
                </a:solidFill>
                <a:latin typeface="Arial"/>
                <a:ea typeface="Arial"/>
                <a:cs typeface="Arial"/>
              </a:rPr>
              <a:t>기사와 연결된 의견, 이유가 있는 글, 존중하는 표현</a:t>
            </a:r>
          </a:p>
        </p:txBody>
      </p:sp>
    </p:spTree>
    <p:extLst>
      <p:ext uri="{BB962C8B-B14F-4D97-AF65-F5344CB8AC3E}">
        <p14:creationId xmlns:p14="http://schemas.microsoft.com/office/powerpoint/2010/main" val="418509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2026-08-21T06:15:45.8200000Z</dcterms:created>
  <dcterms:modified xsi:type="dcterms:W3CDTF">2026-08-21T06:15:45.8200000Z</dcterms:modified>
</coreProperties>
</file>